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DA"/>
    <a:srgbClr val="404040"/>
    <a:srgbClr val="89C6DB"/>
    <a:srgbClr val="D9D9D9"/>
    <a:srgbClr val="47CFFF"/>
    <a:srgbClr val="00A44D"/>
    <a:srgbClr val="F6B803"/>
    <a:srgbClr val="8AB894"/>
    <a:srgbClr val="0F9ED5"/>
    <a:srgbClr val="B5BB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>
        <p:scale>
          <a:sx n="400" d="100"/>
          <a:sy n="400" d="100"/>
        </p:scale>
        <p:origin x="-23146" y="-1190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2026-10-04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6ABD6D9B-0B9D-A25A-D270-C1CCF70C86B6}"/>
              </a:ext>
            </a:extLst>
          </p:cNvPr>
          <p:cNvSpPr/>
          <p:nvPr/>
        </p:nvSpPr>
        <p:spPr>
          <a:xfrm rot="19308453">
            <a:off x="10181952" y="5151020"/>
            <a:ext cx="168729" cy="245239"/>
          </a:xfrm>
          <a:prstGeom prst="round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600"/>
          </a:p>
        </p:txBody>
      </p:sp>
      <p:sp>
        <p:nvSpPr>
          <p:cNvPr id="2060" name="Freeform: Shape 2059">
            <a:extLst>
              <a:ext uri="{FF2B5EF4-FFF2-40B4-BE49-F238E27FC236}">
                <a16:creationId xmlns:a16="http://schemas.microsoft.com/office/drawing/2014/main" id="{A838A026-0902-0079-2E0F-A5D2443BB61F}"/>
              </a:ext>
            </a:extLst>
          </p:cNvPr>
          <p:cNvSpPr/>
          <p:nvPr/>
        </p:nvSpPr>
        <p:spPr>
          <a:xfrm rot="19308453">
            <a:off x="10206492" y="5221903"/>
            <a:ext cx="168729" cy="165860"/>
          </a:xfrm>
          <a:custGeom>
            <a:avLst/>
            <a:gdLst>
              <a:gd name="csX0" fmla="*/ 0 w 168729"/>
              <a:gd name="csY0" fmla="*/ 0 h 165860"/>
              <a:gd name="csX1" fmla="*/ 168729 w 168729"/>
              <a:gd name="csY1" fmla="*/ 132740 h 165860"/>
              <a:gd name="csX2" fmla="*/ 168729 w 168729"/>
              <a:gd name="csY2" fmla="*/ 137738 h 165860"/>
              <a:gd name="csX3" fmla="*/ 140607 w 168729"/>
              <a:gd name="csY3" fmla="*/ 165860 h 165860"/>
              <a:gd name="csX4" fmla="*/ 28122 w 168729"/>
              <a:gd name="csY4" fmla="*/ 165860 h 165860"/>
              <a:gd name="csX5" fmla="*/ 0 w 168729"/>
              <a:gd name="csY5" fmla="*/ 137738 h 165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8729" h="165860">
                <a:moveTo>
                  <a:pt x="0" y="0"/>
                </a:moveTo>
                <a:lnTo>
                  <a:pt x="168729" y="132740"/>
                </a:lnTo>
                <a:lnTo>
                  <a:pt x="168729" y="137738"/>
                </a:lnTo>
                <a:cubicBezTo>
                  <a:pt x="168729" y="153269"/>
                  <a:pt x="156138" y="165860"/>
                  <a:pt x="140607" y="165860"/>
                </a:cubicBezTo>
                <a:lnTo>
                  <a:pt x="28122" y="165860"/>
                </a:lnTo>
                <a:cubicBezTo>
                  <a:pt x="12591" y="165860"/>
                  <a:pt x="0" y="153269"/>
                  <a:pt x="0" y="137738"/>
                </a:cubicBezTo>
                <a:close/>
              </a:path>
            </a:pathLst>
          </a:custGeom>
          <a:solidFill>
            <a:srgbClr val="89C6DB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60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246CD2D-B0DB-646E-577D-99006424C0F3}"/>
              </a:ext>
            </a:extLst>
          </p:cNvPr>
          <p:cNvSpPr/>
          <p:nvPr/>
        </p:nvSpPr>
        <p:spPr>
          <a:xfrm>
            <a:off x="9710087" y="4765102"/>
            <a:ext cx="524156" cy="694638"/>
          </a:xfrm>
          <a:prstGeom prst="roundRect">
            <a:avLst>
              <a:gd name="adj" fmla="val 4870"/>
            </a:avLst>
          </a:pr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 dirty="0">
              <a:cs typeface="Arial" panose="020B0604020202020204" pitchFamily="34" charset="0"/>
            </a:endParaRPr>
          </a:p>
        </p:txBody>
      </p: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B753B533-AFF3-4503-595A-8F2D5C624223}"/>
              </a:ext>
            </a:extLst>
          </p:cNvPr>
          <p:cNvSpPr/>
          <p:nvPr/>
        </p:nvSpPr>
        <p:spPr>
          <a:xfrm>
            <a:off x="9710087" y="4765102"/>
            <a:ext cx="524156" cy="397448"/>
          </a:xfrm>
          <a:custGeom>
            <a:avLst/>
            <a:gdLst>
              <a:gd name="csX0" fmla="*/ 25526 w 524156"/>
              <a:gd name="csY0" fmla="*/ 0 h 397448"/>
              <a:gd name="csX1" fmla="*/ 498630 w 524156"/>
              <a:gd name="csY1" fmla="*/ 0 h 397448"/>
              <a:gd name="csX2" fmla="*/ 524156 w 524156"/>
              <a:gd name="csY2" fmla="*/ 25526 h 397448"/>
              <a:gd name="csX3" fmla="*/ 524156 w 524156"/>
              <a:gd name="csY3" fmla="*/ 397448 h 397448"/>
              <a:gd name="csX4" fmla="*/ 0 w 524156"/>
              <a:gd name="csY4" fmla="*/ 397448 h 397448"/>
              <a:gd name="csX5" fmla="*/ 0 w 524156"/>
              <a:gd name="csY5" fmla="*/ 25526 h 397448"/>
              <a:gd name="csX6" fmla="*/ 25526 w 524156"/>
              <a:gd name="csY6" fmla="*/ 0 h 3974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24156" h="397448">
                <a:moveTo>
                  <a:pt x="25526" y="0"/>
                </a:moveTo>
                <a:lnTo>
                  <a:pt x="498630" y="0"/>
                </a:lnTo>
                <a:cubicBezTo>
                  <a:pt x="512728" y="0"/>
                  <a:pt x="524156" y="11428"/>
                  <a:pt x="524156" y="25526"/>
                </a:cubicBezTo>
                <a:lnTo>
                  <a:pt x="524156" y="397448"/>
                </a:lnTo>
                <a:lnTo>
                  <a:pt x="0" y="397448"/>
                </a:lnTo>
                <a:lnTo>
                  <a:pt x="0" y="25526"/>
                </a:lnTo>
                <a:cubicBezTo>
                  <a:pt x="0" y="11428"/>
                  <a:pt x="11428" y="0"/>
                  <a:pt x="2552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23881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112819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58134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806126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446689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1072157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93B1618-D5C2-16C8-1DC9-73B2BDDA337A}"/>
              </a:ext>
            </a:extLst>
          </p:cNvPr>
          <p:cNvSpPr/>
          <p:nvPr/>
        </p:nvSpPr>
        <p:spPr>
          <a:xfrm>
            <a:off x="3717975" y="5533810"/>
            <a:ext cx="103338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nanoDMA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E9E199BF-72BA-02FD-0A45-25DD47E42C7D}"/>
              </a:ext>
            </a:extLst>
          </p:cNvPr>
          <p:cNvGrpSpPr/>
          <p:nvPr/>
        </p:nvGrpSpPr>
        <p:grpSpPr>
          <a:xfrm>
            <a:off x="7073085" y="4761877"/>
            <a:ext cx="579986" cy="696049"/>
            <a:chOff x="7800108" y="4761877"/>
            <a:chExt cx="579986" cy="696049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7800108" y="4761877"/>
              <a:ext cx="579986" cy="696049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7892799" y="4761877"/>
              <a:ext cx="394604" cy="502547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7927019" y="4878930"/>
              <a:ext cx="326167" cy="300123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7801453" y="5264424"/>
              <a:ext cx="577579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7935993" y="4831240"/>
              <a:ext cx="131147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FE852ED9-0CEB-2E01-BE07-4115ABDFBE54}"/>
                </a:ext>
              </a:extLst>
            </p:cNvPr>
            <p:cNvSpPr/>
            <p:nvPr/>
          </p:nvSpPr>
          <p:spPr>
            <a:xfrm>
              <a:off x="80674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0" name="Group 1139">
            <a:extLst>
              <a:ext uri="{FF2B5EF4-FFF2-40B4-BE49-F238E27FC236}">
                <a16:creationId xmlns:a16="http://schemas.microsoft.com/office/drawing/2014/main" id="{58346894-9537-4269-C49E-388A41B6CDE9}"/>
              </a:ext>
            </a:extLst>
          </p:cNvPr>
          <p:cNvGrpSpPr/>
          <p:nvPr/>
        </p:nvGrpSpPr>
        <p:grpSpPr>
          <a:xfrm>
            <a:off x="5822476" y="4428575"/>
            <a:ext cx="642220" cy="1029351"/>
            <a:chOff x="6549499" y="4428575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7052301" y="4428575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634344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551701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549499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619419" y="4764525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856628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911150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72905E8F-1A17-1F89-5B7C-E4A80A88791E}"/>
                </a:ext>
              </a:extLst>
            </p:cNvPr>
            <p:cNvSpPr/>
            <p:nvPr/>
          </p:nvSpPr>
          <p:spPr>
            <a:xfrm>
              <a:off x="6766906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1" name="Group 1140">
            <a:extLst>
              <a:ext uri="{FF2B5EF4-FFF2-40B4-BE49-F238E27FC236}">
                <a16:creationId xmlns:a16="http://schemas.microsoft.com/office/drawing/2014/main" id="{D24156EF-998F-A672-D719-28E1BF0DEDEB}"/>
              </a:ext>
            </a:extLst>
          </p:cNvPr>
          <p:cNvGrpSpPr/>
          <p:nvPr/>
        </p:nvGrpSpPr>
        <p:grpSpPr>
          <a:xfrm>
            <a:off x="5096202" y="4428575"/>
            <a:ext cx="642220" cy="1029351"/>
            <a:chOff x="5823225" y="4428575"/>
            <a:chExt cx="642220" cy="1029351"/>
          </a:xfrm>
        </p:grpSpPr>
        <p:grpSp>
          <p:nvGrpSpPr>
            <p:cNvPr id="2374" name="Group 2373">
              <a:extLst>
                <a:ext uri="{FF2B5EF4-FFF2-40B4-BE49-F238E27FC236}">
                  <a16:creationId xmlns:a16="http://schemas.microsoft.com/office/drawing/2014/main" id="{9AA0AB74-6AD6-3512-EBC0-1573C2F18306}"/>
                </a:ext>
              </a:extLst>
            </p:cNvPr>
            <p:cNvGrpSpPr/>
            <p:nvPr/>
          </p:nvGrpSpPr>
          <p:grpSpPr>
            <a:xfrm>
              <a:off x="6326027" y="4428575"/>
              <a:ext cx="139418" cy="986048"/>
              <a:chOff x="3682999" y="-759257"/>
              <a:chExt cx="133963" cy="947469"/>
            </a:xfrm>
          </p:grpSpPr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BFDF4965-7350-A4BA-D88E-5EA1BC5B2165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399" name="Rectangle: Top Corners Rounded 2398">
                <a:extLst>
                  <a:ext uri="{FF2B5EF4-FFF2-40B4-BE49-F238E27FC236}">
                    <a16:creationId xmlns:a16="http://schemas.microsoft.com/office/drawing/2014/main" id="{1AC547E8-F1EE-E2CD-5F90-3306B3FE59B7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8DCB760A-5506-1000-CB65-30B908E34C1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30" name="Rectangle: Rounded Corners 1129">
                <a:extLst>
                  <a:ext uri="{FF2B5EF4-FFF2-40B4-BE49-F238E27FC236}">
                    <a16:creationId xmlns:a16="http://schemas.microsoft.com/office/drawing/2014/main" id="{26C45752-A7C7-2825-8C3A-1C74156DCD00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375" name="Rectangle: Rounded Corners 2374">
              <a:extLst>
                <a:ext uri="{FF2B5EF4-FFF2-40B4-BE49-F238E27FC236}">
                  <a16:creationId xmlns:a16="http://schemas.microsoft.com/office/drawing/2014/main" id="{74FFB806-BEF4-20E3-6CA0-070B6B33CDB7}"/>
                </a:ext>
              </a:extLst>
            </p:cNvPr>
            <p:cNvSpPr/>
            <p:nvPr/>
          </p:nvSpPr>
          <p:spPr>
            <a:xfrm>
              <a:off x="5908070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376" name="Rectangle: Rounded Corners 2375">
              <a:extLst>
                <a:ext uri="{FF2B5EF4-FFF2-40B4-BE49-F238E27FC236}">
                  <a16:creationId xmlns:a16="http://schemas.microsoft.com/office/drawing/2014/main" id="{95CCD61D-12A6-4AB3-BD26-0E905B258C2C}"/>
                </a:ext>
              </a:extLst>
            </p:cNvPr>
            <p:cNvSpPr/>
            <p:nvPr/>
          </p:nvSpPr>
          <p:spPr>
            <a:xfrm>
              <a:off x="5825427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377" name="Group 2376">
              <a:extLst>
                <a:ext uri="{FF2B5EF4-FFF2-40B4-BE49-F238E27FC236}">
                  <a16:creationId xmlns:a16="http://schemas.microsoft.com/office/drawing/2014/main" id="{4F6275D1-64E2-F884-2A60-D7E7A5CC5DFD}"/>
                </a:ext>
              </a:extLst>
            </p:cNvPr>
            <p:cNvGrpSpPr/>
            <p:nvPr/>
          </p:nvGrpSpPr>
          <p:grpSpPr>
            <a:xfrm>
              <a:off x="5905315" y="4739599"/>
              <a:ext cx="309396" cy="331007"/>
              <a:chOff x="6345662" y="62441"/>
              <a:chExt cx="345244" cy="369359"/>
            </a:xfrm>
          </p:grpSpPr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35A7733F-8AC2-89E7-FEEC-712B12D9068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2" name="Rectangle: Rounded Corners 156">
                <a:extLst>
                  <a:ext uri="{FF2B5EF4-FFF2-40B4-BE49-F238E27FC236}">
                    <a16:creationId xmlns:a16="http://schemas.microsoft.com/office/drawing/2014/main" id="{01BBCDDC-06E3-A9C4-C45C-E7D0E7CE0F46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3" name="Oval 2392">
                <a:extLst>
                  <a:ext uri="{FF2B5EF4-FFF2-40B4-BE49-F238E27FC236}">
                    <a16:creationId xmlns:a16="http://schemas.microsoft.com/office/drawing/2014/main" id="{B85067C2-88D3-23A9-E9E6-AED73869EA6F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363B5F85-714E-88C7-FFBC-821F51540A81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0E4A9128-80FB-143B-4310-EF83CA8584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3E3EBC99-89DE-C193-D034-F685FB9F1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378" name="Straight Connector 2377">
              <a:extLst>
                <a:ext uri="{FF2B5EF4-FFF2-40B4-BE49-F238E27FC236}">
                  <a16:creationId xmlns:a16="http://schemas.microsoft.com/office/drawing/2014/main" id="{DAADC47A-A090-D573-E25E-D8BEE64825C0}"/>
                </a:ext>
              </a:extLst>
            </p:cNvPr>
            <p:cNvCxnSpPr>
              <a:cxnSpLocks/>
            </p:cNvCxnSpPr>
            <p:nvPr/>
          </p:nvCxnSpPr>
          <p:spPr>
            <a:xfrm>
              <a:off x="5823225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6E66D1EB-361F-07AC-7F16-F6E638D0E590}"/>
                </a:ext>
              </a:extLst>
            </p:cNvPr>
            <p:cNvSpPr/>
            <p:nvPr/>
          </p:nvSpPr>
          <p:spPr>
            <a:xfrm>
              <a:off x="6038243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2" name="Group 2051">
            <a:extLst>
              <a:ext uri="{FF2B5EF4-FFF2-40B4-BE49-F238E27FC236}">
                <a16:creationId xmlns:a16="http://schemas.microsoft.com/office/drawing/2014/main" id="{9A74D95A-BFBF-6F29-95F5-85B04115B1B1}"/>
              </a:ext>
            </a:extLst>
          </p:cNvPr>
          <p:cNvGrpSpPr/>
          <p:nvPr/>
        </p:nvGrpSpPr>
        <p:grpSpPr>
          <a:xfrm>
            <a:off x="3907963" y="4676140"/>
            <a:ext cx="639840" cy="774642"/>
            <a:chOff x="4230252" y="4676140"/>
            <a:chExt cx="639840" cy="774642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C3B5509-B779-B123-A66C-2024F98D79FB}"/>
                </a:ext>
              </a:extLst>
            </p:cNvPr>
            <p:cNvSpPr/>
            <p:nvPr/>
          </p:nvSpPr>
          <p:spPr>
            <a:xfrm>
              <a:off x="4698206" y="4914184"/>
              <a:ext cx="90488" cy="105491"/>
            </a:xfrm>
            <a:custGeom>
              <a:avLst/>
              <a:gdLst>
                <a:gd name="csX0" fmla="*/ 0 w 107156"/>
                <a:gd name="csY0" fmla="*/ 56124 h 106130"/>
                <a:gd name="csX1" fmla="*/ 66675 w 107156"/>
                <a:gd name="csY1" fmla="*/ 1355 h 106130"/>
                <a:gd name="csX2" fmla="*/ 107156 w 107156"/>
                <a:gd name="csY2" fmla="*/ 106130 h 106130"/>
                <a:gd name="csX0" fmla="*/ 0 w 107156"/>
                <a:gd name="csY0" fmla="*/ 55485 h 105491"/>
                <a:gd name="csX1" fmla="*/ 66675 w 107156"/>
                <a:gd name="csY1" fmla="*/ 716 h 105491"/>
                <a:gd name="csX2" fmla="*/ 107156 w 107156"/>
                <a:gd name="csY2" fmla="*/ 105491 h 105491"/>
                <a:gd name="csX0" fmla="*/ 0 w 107156"/>
                <a:gd name="csY0" fmla="*/ 55485 h 105491"/>
                <a:gd name="csX1" fmla="*/ 73818 w 107156"/>
                <a:gd name="csY1" fmla="*/ 716 h 105491"/>
                <a:gd name="csX2" fmla="*/ 107156 w 107156"/>
                <a:gd name="csY2" fmla="*/ 105491 h 105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7156" h="105491">
                  <a:moveTo>
                    <a:pt x="0" y="55485"/>
                  </a:moveTo>
                  <a:cubicBezTo>
                    <a:pt x="67271" y="59651"/>
                    <a:pt x="55959" y="-7618"/>
                    <a:pt x="73818" y="716"/>
                  </a:cubicBezTo>
                  <a:cubicBezTo>
                    <a:pt x="91677" y="9050"/>
                    <a:pt x="95845" y="57270"/>
                    <a:pt x="107156" y="105491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0CA54093-2828-DDCA-26FE-429F299ED0E7}"/>
                </a:ext>
              </a:extLst>
            </p:cNvPr>
            <p:cNvSpPr/>
            <p:nvPr/>
          </p:nvSpPr>
          <p:spPr>
            <a:xfrm>
              <a:off x="4737511" y="5074133"/>
              <a:ext cx="93279" cy="111532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930342D-A432-0EE1-80E8-BEE8FCEEE082}"/>
                </a:ext>
              </a:extLst>
            </p:cNvPr>
            <p:cNvSpPr/>
            <p:nvPr/>
          </p:nvSpPr>
          <p:spPr>
            <a:xfrm>
              <a:off x="4708792" y="5158779"/>
              <a:ext cx="150716" cy="153746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1A040DD2-3559-8232-F99B-202500C44AD2}"/>
                </a:ext>
              </a:extLst>
            </p:cNvPr>
            <p:cNvSpPr/>
            <p:nvPr/>
          </p:nvSpPr>
          <p:spPr>
            <a:xfrm>
              <a:off x="4698208" y="5237835"/>
              <a:ext cx="171884" cy="175339"/>
            </a:xfrm>
            <a:prstGeom prst="roundRect">
              <a:avLst>
                <a:gd name="adj" fmla="val 6617"/>
              </a:avLst>
            </a:prstGeom>
            <a:solidFill>
              <a:srgbClr val="FAFAF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E039D94-378C-A754-4861-FBC8A886BA58}"/>
                </a:ext>
              </a:extLst>
            </p:cNvPr>
            <p:cNvSpPr/>
            <p:nvPr/>
          </p:nvSpPr>
          <p:spPr>
            <a:xfrm>
              <a:off x="4744371" y="4988326"/>
              <a:ext cx="79561" cy="79778"/>
            </a:xfrm>
            <a:custGeom>
              <a:avLst/>
              <a:gdLst>
                <a:gd name="csX0" fmla="*/ 28342 w 79561"/>
                <a:gd name="csY0" fmla="*/ 0 h 79778"/>
                <a:gd name="csX1" fmla="*/ 51225 w 79561"/>
                <a:gd name="csY1" fmla="*/ 0 h 79778"/>
                <a:gd name="csX2" fmla="*/ 52971 w 79561"/>
                <a:gd name="csY2" fmla="*/ 1745 h 79778"/>
                <a:gd name="csX3" fmla="*/ 52971 w 79561"/>
                <a:gd name="csY3" fmla="*/ 33934 h 79778"/>
                <a:gd name="csX4" fmla="*/ 79561 w 79561"/>
                <a:gd name="csY4" fmla="*/ 79778 h 79778"/>
                <a:gd name="csX5" fmla="*/ 0 w 79561"/>
                <a:gd name="csY5" fmla="*/ 79778 h 79778"/>
                <a:gd name="csX6" fmla="*/ 26597 w 79561"/>
                <a:gd name="csY6" fmla="*/ 33921 h 79778"/>
                <a:gd name="csX7" fmla="*/ 26597 w 79561"/>
                <a:gd name="csY7" fmla="*/ 1745 h 79778"/>
                <a:gd name="csX8" fmla="*/ 28342 w 79561"/>
                <a:gd name="csY8" fmla="*/ 0 h 7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561" h="79778">
                  <a:moveTo>
                    <a:pt x="28342" y="0"/>
                  </a:moveTo>
                  <a:lnTo>
                    <a:pt x="51225" y="0"/>
                  </a:lnTo>
                  <a:cubicBezTo>
                    <a:pt x="52189" y="0"/>
                    <a:pt x="52971" y="782"/>
                    <a:pt x="52971" y="1745"/>
                  </a:cubicBezTo>
                  <a:lnTo>
                    <a:pt x="52971" y="33934"/>
                  </a:lnTo>
                  <a:lnTo>
                    <a:pt x="79561" y="79778"/>
                  </a:lnTo>
                  <a:lnTo>
                    <a:pt x="0" y="79778"/>
                  </a:lnTo>
                  <a:lnTo>
                    <a:pt x="26597" y="33921"/>
                  </a:lnTo>
                  <a:lnTo>
                    <a:pt x="26597" y="1745"/>
                  </a:lnTo>
                  <a:cubicBezTo>
                    <a:pt x="26597" y="782"/>
                    <a:pt x="27379" y="0"/>
                    <a:pt x="2834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31E062FA-0FD7-E63E-71C8-CD6F9D8CED55}"/>
                </a:ext>
              </a:extLst>
            </p:cNvPr>
            <p:cNvSpPr/>
            <p:nvPr/>
          </p:nvSpPr>
          <p:spPr>
            <a:xfrm>
              <a:off x="4732328" y="5043494"/>
              <a:ext cx="103643" cy="44004"/>
            </a:xfrm>
            <a:prstGeom prst="roundRect">
              <a:avLst>
                <a:gd name="adj" fmla="val 6617"/>
              </a:avLst>
            </a:pr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0A8D3A1D-EB08-7955-7B4F-CF371F69BFB4}"/>
                </a:ext>
              </a:extLst>
            </p:cNvPr>
            <p:cNvSpPr/>
            <p:nvPr/>
          </p:nvSpPr>
          <p:spPr>
            <a:xfrm>
              <a:off x="4765148" y="5325504"/>
              <a:ext cx="38005" cy="38005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110" name="Rectangle: Rounded Corners 2109">
              <a:extLst>
                <a:ext uri="{FF2B5EF4-FFF2-40B4-BE49-F238E27FC236}">
                  <a16:creationId xmlns:a16="http://schemas.microsoft.com/office/drawing/2014/main" id="{1B3FC699-8D2E-A572-80CF-00970506AFE9}"/>
                </a:ext>
              </a:extLst>
            </p:cNvPr>
            <p:cNvSpPr/>
            <p:nvPr/>
          </p:nvSpPr>
          <p:spPr>
            <a:xfrm>
              <a:off x="4315097" y="5403200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111" name="Rectangle: Rounded Corners 2110">
              <a:extLst>
                <a:ext uri="{FF2B5EF4-FFF2-40B4-BE49-F238E27FC236}">
                  <a16:creationId xmlns:a16="http://schemas.microsoft.com/office/drawing/2014/main" id="{5CD73C74-E828-2EE2-FFA3-C63CDB930AF4}"/>
                </a:ext>
              </a:extLst>
            </p:cNvPr>
            <p:cNvSpPr/>
            <p:nvPr/>
          </p:nvSpPr>
          <p:spPr>
            <a:xfrm>
              <a:off x="4232454" y="4676140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FEC6AD6-F7CE-3939-F160-15E8863F153F}"/>
                </a:ext>
              </a:extLst>
            </p:cNvPr>
            <p:cNvGrpSpPr/>
            <p:nvPr/>
          </p:nvGrpSpPr>
          <p:grpSpPr>
            <a:xfrm>
              <a:off x="4312342" y="4732455"/>
              <a:ext cx="309396" cy="331007"/>
              <a:chOff x="6345662" y="62441"/>
              <a:chExt cx="345244" cy="369359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A96D932-B2D0-13EF-1F67-68FE969B312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: Rounded Corners 156">
                <a:extLst>
                  <a:ext uri="{FF2B5EF4-FFF2-40B4-BE49-F238E27FC236}">
                    <a16:creationId xmlns:a16="http://schemas.microsoft.com/office/drawing/2014/main" id="{D000341F-7738-1EAD-A48B-7D7CDC95264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1C6D0A-494F-CB34-B041-746CD4A8E16C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20043F9-5468-4D9D-4744-A9A20DBB7BBF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A7078A5-54F1-7747-A6E5-0225CA862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755D544A-DC42-5F78-F9D9-D2B79E1B8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979399E-C365-2958-11D7-C2D2FD0133DF}"/>
                </a:ext>
              </a:extLst>
            </p:cNvPr>
            <p:cNvCxnSpPr>
              <a:cxnSpLocks/>
            </p:cNvCxnSpPr>
            <p:nvPr/>
          </p:nvCxnSpPr>
          <p:spPr>
            <a:xfrm>
              <a:off x="4230252" y="5105866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F42B00A7-E874-749B-2DFF-694CDE95682C}"/>
                </a:ext>
              </a:extLst>
            </p:cNvPr>
            <p:cNvGrpSpPr/>
            <p:nvPr/>
          </p:nvGrpSpPr>
          <p:grpSpPr>
            <a:xfrm>
              <a:off x="4549683" y="5141119"/>
              <a:ext cx="119246" cy="119242"/>
              <a:chOff x="4865521" y="4613776"/>
              <a:chExt cx="3647812" cy="3647746"/>
            </a:xfrm>
          </p:grpSpPr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75BFC349-4F53-6050-6AB9-6B58A50B2A5F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AE0B0D0-AA68-A71C-A7E3-9EBA08749E56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308AED5D-6827-3BDF-0DCD-D275CCDDFE0E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276DE382-1C2B-DEF9-45E9-F19F96C429DF}"/>
                </a:ext>
              </a:extLst>
            </p:cNvPr>
            <p:cNvSpPr/>
            <p:nvPr/>
          </p:nvSpPr>
          <p:spPr>
            <a:xfrm>
              <a:off x="44491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0" name="Group 2049">
            <a:extLst>
              <a:ext uri="{FF2B5EF4-FFF2-40B4-BE49-F238E27FC236}">
                <a16:creationId xmlns:a16="http://schemas.microsoft.com/office/drawing/2014/main" id="{CB37622A-A776-3545-D2E2-D6CB59308458}"/>
              </a:ext>
            </a:extLst>
          </p:cNvPr>
          <p:cNvGrpSpPr/>
          <p:nvPr/>
        </p:nvGrpSpPr>
        <p:grpSpPr>
          <a:xfrm>
            <a:off x="2704959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060509E4-A72F-B073-6E77-EE4BCB22E6A6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96" name="Group 2095">
            <a:extLst>
              <a:ext uri="{FF2B5EF4-FFF2-40B4-BE49-F238E27FC236}">
                <a16:creationId xmlns:a16="http://schemas.microsoft.com/office/drawing/2014/main" id="{86E02552-FB22-7A65-54C1-3FB979E64D7A}"/>
              </a:ext>
            </a:extLst>
          </p:cNvPr>
          <p:cNvGrpSpPr/>
          <p:nvPr/>
        </p:nvGrpSpPr>
        <p:grpSpPr>
          <a:xfrm>
            <a:off x="10599892" y="4428575"/>
            <a:ext cx="642220" cy="1029351"/>
            <a:chOff x="2832376" y="4428575"/>
            <a:chExt cx="642220" cy="1029351"/>
          </a:xfrm>
        </p:grpSpPr>
        <p:grpSp>
          <p:nvGrpSpPr>
            <p:cNvPr id="2097" name="Group 2096">
              <a:extLst>
                <a:ext uri="{FF2B5EF4-FFF2-40B4-BE49-F238E27FC236}">
                  <a16:creationId xmlns:a16="http://schemas.microsoft.com/office/drawing/2014/main" id="{B97EDF51-B161-1AE2-090F-D21E8059E32A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B787D0FE-5C61-7730-7A4D-F625CC8D8C29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B8DC829-6FF1-49DE-343B-288A2D49C038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3AB1D830-8F82-6D92-86A4-831AB2F9337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F7096939-9054-24D1-239C-041CF04A8B04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098" name="Rectangle: Rounded Corners 2097">
              <a:extLst>
                <a:ext uri="{FF2B5EF4-FFF2-40B4-BE49-F238E27FC236}">
                  <a16:creationId xmlns:a16="http://schemas.microsoft.com/office/drawing/2014/main" id="{FA00DF7D-A2BA-B6CB-8523-0422985B1971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099" name="Rectangle: Rounded Corners 2098">
              <a:extLst>
                <a:ext uri="{FF2B5EF4-FFF2-40B4-BE49-F238E27FC236}">
                  <a16:creationId xmlns:a16="http://schemas.microsoft.com/office/drawing/2014/main" id="{1E0DF83E-B913-51B4-520E-FED1227029F7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100" name="Group 2099">
              <a:extLst>
                <a:ext uri="{FF2B5EF4-FFF2-40B4-BE49-F238E27FC236}">
                  <a16:creationId xmlns:a16="http://schemas.microsoft.com/office/drawing/2014/main" id="{C3F9D14B-346F-0C82-C9D5-4FEE68DA67F2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342DAAD0-E189-372D-9908-1049F69F019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8" name="Rectangle: Rounded Corners 156">
                <a:extLst>
                  <a:ext uri="{FF2B5EF4-FFF2-40B4-BE49-F238E27FC236}">
                    <a16:creationId xmlns:a16="http://schemas.microsoft.com/office/drawing/2014/main" id="{663785AB-1CF6-76AA-B292-DE3A3700C86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9" name="Oval 2108">
                <a:extLst>
                  <a:ext uri="{FF2B5EF4-FFF2-40B4-BE49-F238E27FC236}">
                    <a16:creationId xmlns:a16="http://schemas.microsoft.com/office/drawing/2014/main" id="{1E11E7C8-0AF4-D548-7AB6-3C1284C11131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4AECDE04-3866-C2E2-0034-5E03311FE636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770281F7-5397-958E-5B8E-F79EF3B3CB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Connector 264">
                  <a:extLst>
                    <a:ext uri="{FF2B5EF4-FFF2-40B4-BE49-F238E27FC236}">
                      <a16:creationId xmlns:a16="http://schemas.microsoft.com/office/drawing/2014/main" id="{2CBD88B1-EBCB-51BB-B8AA-9C60FEE3AA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101" name="Straight Connector 2100">
              <a:extLst>
                <a:ext uri="{FF2B5EF4-FFF2-40B4-BE49-F238E27FC236}">
                  <a16:creationId xmlns:a16="http://schemas.microsoft.com/office/drawing/2014/main" id="{F6EEAE29-0934-EA6E-43A6-5F33490BD45B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02" name="Group 2101">
              <a:extLst>
                <a:ext uri="{FF2B5EF4-FFF2-40B4-BE49-F238E27FC236}">
                  <a16:creationId xmlns:a16="http://schemas.microsoft.com/office/drawing/2014/main" id="{1133E008-E161-BD2E-9D7D-82D8935AE6A8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104" name="Oval 2103">
                <a:extLst>
                  <a:ext uri="{FF2B5EF4-FFF2-40B4-BE49-F238E27FC236}">
                    <a16:creationId xmlns:a16="http://schemas.microsoft.com/office/drawing/2014/main" id="{85226D15-9EDD-206B-E120-83DE68C69A12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4446B706-9621-3549-7F36-A233A81B44D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106" name="Oval 2105">
                <a:extLst>
                  <a:ext uri="{FF2B5EF4-FFF2-40B4-BE49-F238E27FC236}">
                    <a16:creationId xmlns:a16="http://schemas.microsoft.com/office/drawing/2014/main" id="{8EA5FC0E-3CA9-5DAC-DF70-3AD39A29F68B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90823393-8BD5-65AB-ADC0-A33D3CA02F1B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2552257-B2AF-016F-C885-39FE42304747}"/>
              </a:ext>
            </a:extLst>
          </p:cNvPr>
          <p:cNvGrpSpPr/>
          <p:nvPr/>
        </p:nvGrpSpPr>
        <p:grpSpPr>
          <a:xfrm>
            <a:off x="7743083" y="4763288"/>
            <a:ext cx="526257" cy="694638"/>
            <a:chOff x="8470106" y="4763288"/>
            <a:chExt cx="526257" cy="694638"/>
          </a:xfrm>
        </p:grpSpPr>
        <p:sp>
          <p:nvSpPr>
            <p:cNvPr id="2331" name="Rectangle: Rounded Corners 2330">
              <a:extLst>
                <a:ext uri="{FF2B5EF4-FFF2-40B4-BE49-F238E27FC236}">
                  <a16:creationId xmlns:a16="http://schemas.microsoft.com/office/drawing/2014/main" id="{96F0B902-86E6-05DF-294C-0EBA57E23520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2" name="Freeform: Shape 2331">
              <a:extLst>
                <a:ext uri="{FF2B5EF4-FFF2-40B4-BE49-F238E27FC236}">
                  <a16:creationId xmlns:a16="http://schemas.microsoft.com/office/drawing/2014/main" id="{FF80B85B-E6E7-2821-6325-0FB038D6ED06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8D554C7E-9AF1-4C37-552F-00C5164906C2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C26F376F-909B-FD09-8A57-49A052AF4F25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2335" name="Group 2334">
              <a:extLst>
                <a:ext uri="{FF2B5EF4-FFF2-40B4-BE49-F238E27FC236}">
                  <a16:creationId xmlns:a16="http://schemas.microsoft.com/office/drawing/2014/main" id="{7AA1AB84-933E-2073-919A-809985B54C8C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4F87063E-EBC1-BD42-7B27-8B5C1F02C398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37" name="Group 2336">
                <a:extLst>
                  <a:ext uri="{FF2B5EF4-FFF2-40B4-BE49-F238E27FC236}">
                    <a16:creationId xmlns:a16="http://schemas.microsoft.com/office/drawing/2014/main" id="{5F9CFEAD-823D-8825-1DBF-08A9947F808C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338" name="Rectangle: Rounded Corners 156">
                  <a:extLst>
                    <a:ext uri="{FF2B5EF4-FFF2-40B4-BE49-F238E27FC236}">
                      <a16:creationId xmlns:a16="http://schemas.microsoft.com/office/drawing/2014/main" id="{E9C39F46-B7F3-E004-36D6-32440D898105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339" name="Straight Connector 2338">
                  <a:extLst>
                    <a:ext uri="{FF2B5EF4-FFF2-40B4-BE49-F238E27FC236}">
                      <a16:creationId xmlns:a16="http://schemas.microsoft.com/office/drawing/2014/main" id="{BB6DD1C2-5078-3F42-E9C0-54153F037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0" name="Straight Connector 2339">
                  <a:extLst>
                    <a:ext uri="{FF2B5EF4-FFF2-40B4-BE49-F238E27FC236}">
                      <a16:creationId xmlns:a16="http://schemas.microsoft.com/office/drawing/2014/main" id="{F616A2A2-CED3-5993-4C45-863DF3593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299233EF-77F7-D1AD-EEAE-B04FD8664FD3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6C81D1F8-E24E-F090-1C30-585F05C37AAD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6215B12B-78A0-B56B-D893-91449A649F48}"/>
              </a:ext>
            </a:extLst>
          </p:cNvPr>
          <p:cNvGrpSpPr/>
          <p:nvPr/>
        </p:nvGrpSpPr>
        <p:grpSpPr>
          <a:xfrm>
            <a:off x="11317880" y="4763288"/>
            <a:ext cx="526257" cy="694638"/>
            <a:chOff x="8470106" y="4763288"/>
            <a:chExt cx="526257" cy="694638"/>
          </a:xfrm>
        </p:grpSpPr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63456123-C3E9-6BED-7880-2E0ACE6DBC27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CE653BD-C9B5-656F-A68C-41B732A1510D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F3D0B9D6-ED3D-788A-A107-23C2F1ADF417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4E66325C-C610-CA31-E841-EE36B09999A0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4E68686-0421-AA54-3D29-4F510F9E8E1B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25ED20B0-7A22-B807-38CE-70A9C79EAF3B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882" name="Group 2881">
                <a:extLst>
                  <a:ext uri="{FF2B5EF4-FFF2-40B4-BE49-F238E27FC236}">
                    <a16:creationId xmlns:a16="http://schemas.microsoft.com/office/drawing/2014/main" id="{C0AE2303-DE6E-F0FB-6A3C-43F4F92CD5CA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883" name="Rectangle: Rounded Corners 156">
                  <a:extLst>
                    <a:ext uri="{FF2B5EF4-FFF2-40B4-BE49-F238E27FC236}">
                      <a16:creationId xmlns:a16="http://schemas.microsoft.com/office/drawing/2014/main" id="{5A3B8125-AEB7-C95C-CDB6-0489EF7D516D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884" name="Straight Connector 2883">
                  <a:extLst>
                    <a:ext uri="{FF2B5EF4-FFF2-40B4-BE49-F238E27FC236}">
                      <a16:creationId xmlns:a16="http://schemas.microsoft.com/office/drawing/2014/main" id="{A7D3BDF6-EF48-F37D-0F40-B83964647E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5" name="Straight Connector 2884">
                  <a:extLst>
                    <a:ext uri="{FF2B5EF4-FFF2-40B4-BE49-F238E27FC236}">
                      <a16:creationId xmlns:a16="http://schemas.microsoft.com/office/drawing/2014/main" id="{2CC669B6-D8C2-1A7A-7ADE-6898F7F8B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F40DD15-A87F-1799-DC2B-A6F61591760E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80" name="Straight Connector 2879">
              <a:extLst>
                <a:ext uri="{FF2B5EF4-FFF2-40B4-BE49-F238E27FC236}">
                  <a16:creationId xmlns:a16="http://schemas.microsoft.com/office/drawing/2014/main" id="{7381816C-BDBD-4C18-AE67-0CE94A373F74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43AE32E-3F43-8E0D-741F-F539ECCEF99A}"/>
              </a:ext>
            </a:extLst>
          </p:cNvPr>
          <p:cNvGrpSpPr/>
          <p:nvPr/>
        </p:nvGrpSpPr>
        <p:grpSpPr>
          <a:xfrm>
            <a:off x="8653280" y="4765102"/>
            <a:ext cx="524156" cy="694638"/>
            <a:chOff x="9329779" y="4765102"/>
            <a:chExt cx="524156" cy="69463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D67F852-9E54-4B97-CE44-74F286430A8E}"/>
                </a:ext>
              </a:extLst>
            </p:cNvPr>
            <p:cNvSpPr/>
            <p:nvPr/>
          </p:nvSpPr>
          <p:spPr>
            <a:xfrm>
              <a:off x="9329779" y="4765102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97EA8AF-0832-1791-49AD-700174C44929}"/>
                </a:ext>
              </a:extLst>
            </p:cNvPr>
            <p:cNvSpPr/>
            <p:nvPr/>
          </p:nvSpPr>
          <p:spPr>
            <a:xfrm>
              <a:off x="9439327" y="530465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F9998A2-4350-0567-94AB-A4DAE26CA117}"/>
                </a:ext>
              </a:extLst>
            </p:cNvPr>
            <p:cNvSpPr/>
            <p:nvPr/>
          </p:nvSpPr>
          <p:spPr>
            <a:xfrm>
              <a:off x="9529832" y="5364825"/>
              <a:ext cx="45292" cy="45292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8CB3627D-2B9F-26CE-A067-7B12739A0421}"/>
                </a:ext>
              </a:extLst>
            </p:cNvPr>
            <p:cNvSpPr/>
            <p:nvPr/>
          </p:nvSpPr>
          <p:spPr>
            <a:xfrm>
              <a:off x="9404424" y="4833939"/>
              <a:ext cx="290666" cy="216353"/>
            </a:xfrm>
            <a:prstGeom prst="roundRect">
              <a:avLst>
                <a:gd name="adj" fmla="val 18553"/>
              </a:avLst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EA3A6767-CFCE-7220-9756-B1FC91D95F10}"/>
                </a:ext>
              </a:extLst>
            </p:cNvPr>
            <p:cNvSpPr/>
            <p:nvPr/>
          </p:nvSpPr>
          <p:spPr>
            <a:xfrm>
              <a:off x="9438451" y="4866595"/>
              <a:ext cx="222613" cy="151040"/>
            </a:xfrm>
            <a:prstGeom prst="roundRect">
              <a:avLst>
                <a:gd name="adj" fmla="val 10360"/>
              </a:avLst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D58F3C4-B2FF-C23D-8841-AD0953C795E1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42" y="4967290"/>
              <a:ext cx="81643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92A5CA05-7F2E-DF1E-019E-47096719AB9E}"/>
                </a:ext>
              </a:extLst>
            </p:cNvPr>
            <p:cNvCxnSpPr>
              <a:cxnSpLocks/>
            </p:cNvCxnSpPr>
            <p:nvPr/>
          </p:nvCxnSpPr>
          <p:spPr>
            <a:xfrm>
              <a:off x="9407146" y="5242833"/>
              <a:ext cx="81643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429F9FF-5CFA-C37E-FC22-AF5B7591AF1F}"/>
                </a:ext>
              </a:extLst>
            </p:cNvPr>
            <p:cNvCxnSpPr>
              <a:cxnSpLocks/>
            </p:cNvCxnSpPr>
            <p:nvPr/>
          </p:nvCxnSpPr>
          <p:spPr>
            <a:xfrm>
              <a:off x="9407146" y="5202011"/>
              <a:ext cx="94722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8ADC0F8A-801B-CE68-1A20-F4098A98919E}"/>
                </a:ext>
              </a:extLst>
            </p:cNvPr>
            <p:cNvSpPr/>
            <p:nvPr/>
          </p:nvSpPr>
          <p:spPr>
            <a:xfrm>
              <a:off x="9592425" y="5326724"/>
              <a:ext cx="45292" cy="4529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</p:grp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3A5A1E6-F085-1716-B297-990054AA630D}"/>
              </a:ext>
            </a:extLst>
          </p:cNvPr>
          <p:cNvSpPr/>
          <p:nvPr/>
        </p:nvSpPr>
        <p:spPr>
          <a:xfrm>
            <a:off x="8488453" y="5533810"/>
            <a:ext cx="85381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Magic 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B053F3A6-98F1-BD01-3102-14031BFE90EE}"/>
              </a:ext>
            </a:extLst>
          </p:cNvPr>
          <p:cNvSpPr/>
          <p:nvPr/>
        </p:nvSpPr>
        <p:spPr>
          <a:xfrm>
            <a:off x="9846470" y="5287468"/>
            <a:ext cx="251390" cy="172272"/>
          </a:xfrm>
          <a:custGeom>
            <a:avLst/>
            <a:gdLst>
              <a:gd name="connsiteX0" fmla="*/ 36778 w 220663"/>
              <a:gd name="connsiteY0" fmla="*/ 0 h 151218"/>
              <a:gd name="connsiteX1" fmla="*/ 183885 w 220663"/>
              <a:gd name="connsiteY1" fmla="*/ 0 h 151218"/>
              <a:gd name="connsiteX2" fmla="*/ 220663 w 220663"/>
              <a:gd name="connsiteY2" fmla="*/ 36778 h 151218"/>
              <a:gd name="connsiteX3" fmla="*/ 220663 w 220663"/>
              <a:gd name="connsiteY3" fmla="*/ 151218 h 151218"/>
              <a:gd name="connsiteX4" fmla="*/ 0 w 220663"/>
              <a:gd name="connsiteY4" fmla="*/ 151218 h 151218"/>
              <a:gd name="connsiteX5" fmla="*/ 0 w 220663"/>
              <a:gd name="connsiteY5" fmla="*/ 36778 h 151218"/>
              <a:gd name="connsiteX6" fmla="*/ 36778 w 220663"/>
              <a:gd name="connsiteY6" fmla="*/ 0 h 1512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0663" h="151218">
                <a:moveTo>
                  <a:pt x="36778" y="0"/>
                </a:moveTo>
                <a:lnTo>
                  <a:pt x="183885" y="0"/>
                </a:lnTo>
                <a:cubicBezTo>
                  <a:pt x="204197" y="0"/>
                  <a:pt x="220663" y="16466"/>
                  <a:pt x="220663" y="36778"/>
                </a:cubicBezTo>
                <a:lnTo>
                  <a:pt x="220663" y="151218"/>
                </a:lnTo>
                <a:lnTo>
                  <a:pt x="0" y="151218"/>
                </a:lnTo>
                <a:lnTo>
                  <a:pt x="0" y="36778"/>
                </a:lnTo>
                <a:cubicBezTo>
                  <a:pt x="0" y="16466"/>
                  <a:pt x="16466" y="0"/>
                  <a:pt x="36778" y="0"/>
                </a:cubicBezTo>
                <a:close/>
              </a:path>
            </a:pathLst>
          </a:cu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 dirty="0">
              <a:cs typeface="Arial" panose="020B0604020202020204" pitchFamily="34" charset="0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4C554F7-1884-E4A7-53E5-4FC23197B816}"/>
              </a:ext>
            </a:extLst>
          </p:cNvPr>
          <p:cNvSpPr/>
          <p:nvPr/>
        </p:nvSpPr>
        <p:spPr>
          <a:xfrm>
            <a:off x="9949519" y="5344414"/>
            <a:ext cx="45292" cy="45292"/>
          </a:xfrm>
          <a:prstGeom prst="ellipse">
            <a:avLst/>
          </a:pr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1100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4549AD0B-C973-3D45-32D8-7294FC1AF589}"/>
              </a:ext>
            </a:extLst>
          </p:cNvPr>
          <p:cNvSpPr/>
          <p:nvPr/>
        </p:nvSpPr>
        <p:spPr>
          <a:xfrm>
            <a:off x="9839666" y="4844145"/>
            <a:ext cx="264998" cy="195942"/>
          </a:xfrm>
          <a:prstGeom prst="roundRect">
            <a:avLst>
              <a:gd name="adj" fmla="val 18553"/>
            </a:avLst>
          </a:prstGeom>
          <a:solidFill>
            <a:srgbClr val="40404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6000">
              <a:cs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4130EB22-2BE7-8262-5928-C7725138D801}"/>
              </a:ext>
            </a:extLst>
          </p:cNvPr>
          <p:cNvSpPr/>
          <p:nvPr/>
        </p:nvSpPr>
        <p:spPr>
          <a:xfrm>
            <a:off x="9870688" y="4873720"/>
            <a:ext cx="202956" cy="136790"/>
          </a:xfrm>
          <a:prstGeom prst="roundRect">
            <a:avLst>
              <a:gd name="adj" fmla="val 10360"/>
            </a:avLst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000">
              <a:cs typeface="Arial" panose="020B060402020202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E2171B-7F32-57A3-EB1E-26872631EF95}"/>
              </a:ext>
            </a:extLst>
          </p:cNvPr>
          <p:cNvCxnSpPr>
            <a:cxnSpLocks/>
          </p:cNvCxnSpPr>
          <p:nvPr/>
        </p:nvCxnSpPr>
        <p:spPr>
          <a:xfrm>
            <a:off x="9890948" y="5119689"/>
            <a:ext cx="162435" cy="0"/>
          </a:xfrm>
          <a:prstGeom prst="line">
            <a:avLst/>
          </a:prstGeom>
          <a:ln w="15875" cap="rnd">
            <a:solidFill>
              <a:srgbClr val="0070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0B67F337-C941-D2E4-1E23-5A7B3CA03CE4}"/>
              </a:ext>
            </a:extLst>
          </p:cNvPr>
          <p:cNvSpPr/>
          <p:nvPr/>
        </p:nvSpPr>
        <p:spPr>
          <a:xfrm>
            <a:off x="9545260" y="5533810"/>
            <a:ext cx="85381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Open 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E5F679F-75C1-BDD6-5D33-B0A5F44E4444}"/>
              </a:ext>
            </a:extLst>
          </p:cNvPr>
          <p:cNvCxnSpPr>
            <a:cxnSpLocks/>
          </p:cNvCxnSpPr>
          <p:nvPr/>
        </p:nvCxnSpPr>
        <p:spPr>
          <a:xfrm>
            <a:off x="9920416" y="4942115"/>
            <a:ext cx="98928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827129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8735800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56206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4126348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4401171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5696134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442779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8836421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7421571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7286469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216902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89C6DB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385857" y="2801119"/>
            <a:ext cx="1373353" cy="681983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598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11195757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11002562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2758317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2772663" y="1014413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4247357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784EE8F3-ABA1-94A2-FDE7-377F2EA5D010}"/>
              </a:ext>
            </a:extLst>
          </p:cNvPr>
          <p:cNvGrpSpPr/>
          <p:nvPr/>
        </p:nvGrpSpPr>
        <p:grpSpPr>
          <a:xfrm>
            <a:off x="2181707" y="4604854"/>
            <a:ext cx="1123134" cy="688372"/>
            <a:chOff x="2181707" y="4604854"/>
            <a:chExt cx="1123134" cy="688372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81532B1-818C-7A8A-29B4-78090D141BC5}"/>
                </a:ext>
              </a:extLst>
            </p:cNvPr>
            <p:cNvSpPr/>
            <p:nvPr/>
          </p:nvSpPr>
          <p:spPr>
            <a:xfrm>
              <a:off x="2181707" y="4604854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rgbClr val="B3896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4FE2A23C-3E37-DB36-6E21-AAA937022F26}"/>
                </a:ext>
              </a:extLst>
            </p:cNvPr>
            <p:cNvSpPr/>
            <p:nvPr/>
          </p:nvSpPr>
          <p:spPr>
            <a:xfrm>
              <a:off x="2226617" y="4643438"/>
              <a:ext cx="1033314" cy="611204"/>
            </a:xfrm>
            <a:prstGeom prst="roundRect">
              <a:avLst>
                <a:gd name="adj" fmla="val 102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DEA165D-4E97-B797-36AD-8D3FECDFD677}"/>
                </a:ext>
              </a:extLst>
            </p:cNvPr>
            <p:cNvGrpSpPr/>
            <p:nvPr/>
          </p:nvGrpSpPr>
          <p:grpSpPr>
            <a:xfrm>
              <a:off x="2584921" y="4888153"/>
              <a:ext cx="316707" cy="71438"/>
              <a:chOff x="2955131" y="5815012"/>
              <a:chExt cx="316707" cy="71438"/>
            </a:xfrm>
            <a:solidFill>
              <a:srgbClr val="404040"/>
            </a:solidFill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AD59CE75-DFD2-3999-9CE6-95F2165DD5E3}"/>
                  </a:ext>
                </a:extLst>
              </p:cNvPr>
              <p:cNvSpPr/>
              <p:nvPr/>
            </p:nvSpPr>
            <p:spPr>
              <a:xfrm>
                <a:off x="2955131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B1C8711A-C1DA-6624-6CBB-E667ABDD0C0A}"/>
                  </a:ext>
                </a:extLst>
              </p:cNvPr>
              <p:cNvSpPr/>
              <p:nvPr/>
            </p:nvSpPr>
            <p:spPr>
              <a:xfrm>
                <a:off x="3200400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833DB4FB-838F-30FD-0BE7-3C474D0AE3C6}"/>
                </a:ext>
              </a:extLst>
            </p:cNvPr>
            <p:cNvGrpSpPr/>
            <p:nvPr/>
          </p:nvGrpSpPr>
          <p:grpSpPr>
            <a:xfrm>
              <a:off x="2307795" y="4698945"/>
              <a:ext cx="870958" cy="59535"/>
              <a:chOff x="2691394" y="5680549"/>
              <a:chExt cx="870958" cy="59535"/>
            </a:xfrm>
          </p:grpSpPr>
          <p:sp>
            <p:nvSpPr>
              <p:cNvPr id="92" name="Rectangle: Rounded Corners 91">
                <a:extLst>
                  <a:ext uri="{FF2B5EF4-FFF2-40B4-BE49-F238E27FC236}">
                    <a16:creationId xmlns:a16="http://schemas.microsoft.com/office/drawing/2014/main" id="{0439E524-51FA-C6AC-CF27-8C492E6ED386}"/>
                  </a:ext>
                </a:extLst>
              </p:cNvPr>
              <p:cNvSpPr/>
              <p:nvPr/>
            </p:nvSpPr>
            <p:spPr>
              <a:xfrm rot="205352">
                <a:off x="2691394" y="5680549"/>
                <a:ext cx="36000" cy="59535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3FB2D224-382C-EFC1-6918-DE37669929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47964" y="5724525"/>
                <a:ext cx="6429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F11667FC-FD8E-89DA-13C3-1C951675B4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4719" y="5707856"/>
                <a:ext cx="97633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1D04655E-20BE-01D2-D494-BBA2BEE58CE3}"/>
                </a:ext>
              </a:extLst>
            </p:cNvPr>
            <p:cNvGrpSpPr/>
            <p:nvPr/>
          </p:nvGrpSpPr>
          <p:grpSpPr>
            <a:xfrm>
              <a:off x="2333149" y="5112340"/>
              <a:ext cx="820250" cy="98518"/>
              <a:chOff x="946638" y="5859782"/>
              <a:chExt cx="1409520" cy="169294"/>
            </a:xfrm>
          </p:grpSpPr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52AA731C-4C88-D0FF-5606-687482F86B95}"/>
                  </a:ext>
                </a:extLst>
              </p:cNvPr>
              <p:cNvSpPr/>
              <p:nvPr/>
            </p:nvSpPr>
            <p:spPr>
              <a:xfrm>
                <a:off x="94663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3" name="Oval 262">
                <a:extLst>
                  <a:ext uri="{FF2B5EF4-FFF2-40B4-BE49-F238E27FC236}">
                    <a16:creationId xmlns:a16="http://schemas.microsoft.com/office/drawing/2014/main" id="{9A1BC0F4-2A25-725E-B1B9-5A22A57A0AC1}"/>
                  </a:ext>
                </a:extLst>
              </p:cNvPr>
              <p:cNvSpPr/>
              <p:nvPr/>
            </p:nvSpPr>
            <p:spPr>
              <a:xfrm>
                <a:off x="105068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4" name="Oval 263">
                <a:extLst>
                  <a:ext uri="{FF2B5EF4-FFF2-40B4-BE49-F238E27FC236}">
                    <a16:creationId xmlns:a16="http://schemas.microsoft.com/office/drawing/2014/main" id="{A3BEBC72-56E4-F645-F74D-4486C5449B33}"/>
                  </a:ext>
                </a:extLst>
              </p:cNvPr>
              <p:cNvSpPr/>
              <p:nvPr/>
            </p:nvSpPr>
            <p:spPr>
              <a:xfrm>
                <a:off x="115472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5" name="Oval 264">
                <a:extLst>
                  <a:ext uri="{FF2B5EF4-FFF2-40B4-BE49-F238E27FC236}">
                    <a16:creationId xmlns:a16="http://schemas.microsoft.com/office/drawing/2014/main" id="{AFD4A21A-0F9D-D744-29FC-D2707DF62F12}"/>
                  </a:ext>
                </a:extLst>
              </p:cNvPr>
              <p:cNvSpPr/>
              <p:nvPr/>
            </p:nvSpPr>
            <p:spPr>
              <a:xfrm>
                <a:off x="125876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44A01DE3-604C-A1B3-3FF7-7289DB8EF983}"/>
                  </a:ext>
                </a:extLst>
              </p:cNvPr>
              <p:cNvSpPr/>
              <p:nvPr/>
            </p:nvSpPr>
            <p:spPr>
              <a:xfrm>
                <a:off x="100428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0BB23C79-927B-E268-0996-3DDEFC2E5791}"/>
                  </a:ext>
                </a:extLst>
              </p:cNvPr>
              <p:cNvSpPr/>
              <p:nvPr/>
            </p:nvSpPr>
            <p:spPr>
              <a:xfrm>
                <a:off x="110832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8" name="Oval 267">
                <a:extLst>
                  <a:ext uri="{FF2B5EF4-FFF2-40B4-BE49-F238E27FC236}">
                    <a16:creationId xmlns:a16="http://schemas.microsoft.com/office/drawing/2014/main" id="{80259AB0-AEDA-A62D-261F-989ABFCC7645}"/>
                  </a:ext>
                </a:extLst>
              </p:cNvPr>
              <p:cNvSpPr/>
              <p:nvPr/>
            </p:nvSpPr>
            <p:spPr>
              <a:xfrm>
                <a:off x="121236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9" name="Oval 268">
                <a:extLst>
                  <a:ext uri="{FF2B5EF4-FFF2-40B4-BE49-F238E27FC236}">
                    <a16:creationId xmlns:a16="http://schemas.microsoft.com/office/drawing/2014/main" id="{BC3FAF6A-A977-9E8F-4026-46761DB1A37A}"/>
                  </a:ext>
                </a:extLst>
              </p:cNvPr>
              <p:cNvSpPr/>
              <p:nvPr/>
            </p:nvSpPr>
            <p:spPr>
              <a:xfrm>
                <a:off x="136280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1" name="Oval 270">
                <a:extLst>
                  <a:ext uri="{FF2B5EF4-FFF2-40B4-BE49-F238E27FC236}">
                    <a16:creationId xmlns:a16="http://schemas.microsoft.com/office/drawing/2014/main" id="{E5BE6EFD-F35D-3BE9-17E9-07DB6ED70C4C}"/>
                  </a:ext>
                </a:extLst>
              </p:cNvPr>
              <p:cNvSpPr/>
              <p:nvPr/>
            </p:nvSpPr>
            <p:spPr>
              <a:xfrm>
                <a:off x="146684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3" name="Oval 272">
                <a:extLst>
                  <a:ext uri="{FF2B5EF4-FFF2-40B4-BE49-F238E27FC236}">
                    <a16:creationId xmlns:a16="http://schemas.microsoft.com/office/drawing/2014/main" id="{DA700C57-6672-CBF5-99DC-DDE6C4691A28}"/>
                  </a:ext>
                </a:extLst>
              </p:cNvPr>
              <p:cNvSpPr/>
              <p:nvPr/>
            </p:nvSpPr>
            <p:spPr>
              <a:xfrm>
                <a:off x="131641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5" name="Oval 274">
                <a:extLst>
                  <a:ext uri="{FF2B5EF4-FFF2-40B4-BE49-F238E27FC236}">
                    <a16:creationId xmlns:a16="http://schemas.microsoft.com/office/drawing/2014/main" id="{1EFEBA6F-6EC2-9195-232C-503B3214587E}"/>
                  </a:ext>
                </a:extLst>
              </p:cNvPr>
              <p:cNvSpPr/>
              <p:nvPr/>
            </p:nvSpPr>
            <p:spPr>
              <a:xfrm>
                <a:off x="142045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2" name="Oval 301">
                <a:extLst>
                  <a:ext uri="{FF2B5EF4-FFF2-40B4-BE49-F238E27FC236}">
                    <a16:creationId xmlns:a16="http://schemas.microsoft.com/office/drawing/2014/main" id="{0D7EBFBC-4CBC-17C4-120D-8F4FB953EADC}"/>
                  </a:ext>
                </a:extLst>
              </p:cNvPr>
              <p:cNvSpPr/>
              <p:nvPr/>
            </p:nvSpPr>
            <p:spPr>
              <a:xfrm>
                <a:off x="157089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3" name="Oval 302">
                <a:extLst>
                  <a:ext uri="{FF2B5EF4-FFF2-40B4-BE49-F238E27FC236}">
                    <a16:creationId xmlns:a16="http://schemas.microsoft.com/office/drawing/2014/main" id="{29FFA645-363B-FE4D-5A43-BB34524CA872}"/>
                  </a:ext>
                </a:extLst>
              </p:cNvPr>
              <p:cNvSpPr/>
              <p:nvPr/>
            </p:nvSpPr>
            <p:spPr>
              <a:xfrm>
                <a:off x="167493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4" name="Oval 303">
                <a:extLst>
                  <a:ext uri="{FF2B5EF4-FFF2-40B4-BE49-F238E27FC236}">
                    <a16:creationId xmlns:a16="http://schemas.microsoft.com/office/drawing/2014/main" id="{EA675674-2F7C-920F-24A5-F9F992091D33}"/>
                  </a:ext>
                </a:extLst>
              </p:cNvPr>
              <p:cNvSpPr/>
              <p:nvPr/>
            </p:nvSpPr>
            <p:spPr>
              <a:xfrm>
                <a:off x="152449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5" name="Oval 304">
                <a:extLst>
                  <a:ext uri="{FF2B5EF4-FFF2-40B4-BE49-F238E27FC236}">
                    <a16:creationId xmlns:a16="http://schemas.microsoft.com/office/drawing/2014/main" id="{D7AC1F11-DD11-2084-367F-65ADC260CAF1}"/>
                  </a:ext>
                </a:extLst>
              </p:cNvPr>
              <p:cNvSpPr/>
              <p:nvPr/>
            </p:nvSpPr>
            <p:spPr>
              <a:xfrm>
                <a:off x="162853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6" name="Oval 305">
                <a:extLst>
                  <a:ext uri="{FF2B5EF4-FFF2-40B4-BE49-F238E27FC236}">
                    <a16:creationId xmlns:a16="http://schemas.microsoft.com/office/drawing/2014/main" id="{91C2AB68-B83A-BD06-12CF-B9EBFA9D8B78}"/>
                  </a:ext>
                </a:extLst>
              </p:cNvPr>
              <p:cNvSpPr/>
              <p:nvPr/>
            </p:nvSpPr>
            <p:spPr>
              <a:xfrm>
                <a:off x="177897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7" name="Oval 306">
                <a:extLst>
                  <a:ext uri="{FF2B5EF4-FFF2-40B4-BE49-F238E27FC236}">
                    <a16:creationId xmlns:a16="http://schemas.microsoft.com/office/drawing/2014/main" id="{F82E83F5-B125-741C-E95D-656A5FE1B4ED}"/>
                  </a:ext>
                </a:extLst>
              </p:cNvPr>
              <p:cNvSpPr/>
              <p:nvPr/>
            </p:nvSpPr>
            <p:spPr>
              <a:xfrm>
                <a:off x="188301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8" name="Oval 307">
                <a:extLst>
                  <a:ext uri="{FF2B5EF4-FFF2-40B4-BE49-F238E27FC236}">
                    <a16:creationId xmlns:a16="http://schemas.microsoft.com/office/drawing/2014/main" id="{1D0C66BD-C673-0FCA-E249-5966F1F37A0B}"/>
                  </a:ext>
                </a:extLst>
              </p:cNvPr>
              <p:cNvSpPr/>
              <p:nvPr/>
            </p:nvSpPr>
            <p:spPr>
              <a:xfrm>
                <a:off x="173257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9" name="Oval 308">
                <a:extLst>
                  <a:ext uri="{FF2B5EF4-FFF2-40B4-BE49-F238E27FC236}">
                    <a16:creationId xmlns:a16="http://schemas.microsoft.com/office/drawing/2014/main" id="{5139D392-5B6E-60C0-9906-F5756DAC4812}"/>
                  </a:ext>
                </a:extLst>
              </p:cNvPr>
              <p:cNvSpPr/>
              <p:nvPr/>
            </p:nvSpPr>
            <p:spPr>
              <a:xfrm>
                <a:off x="183662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0" name="Oval 309">
                <a:extLst>
                  <a:ext uri="{FF2B5EF4-FFF2-40B4-BE49-F238E27FC236}">
                    <a16:creationId xmlns:a16="http://schemas.microsoft.com/office/drawing/2014/main" id="{D268197B-5F67-AA98-BDF4-C6D86A75A5BA}"/>
                  </a:ext>
                </a:extLst>
              </p:cNvPr>
              <p:cNvSpPr/>
              <p:nvPr/>
            </p:nvSpPr>
            <p:spPr>
              <a:xfrm>
                <a:off x="198705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" name="Oval 310">
                <a:extLst>
                  <a:ext uri="{FF2B5EF4-FFF2-40B4-BE49-F238E27FC236}">
                    <a16:creationId xmlns:a16="http://schemas.microsoft.com/office/drawing/2014/main" id="{FD5C7826-4ABF-AB49-F8B6-778C7D5FA191}"/>
                  </a:ext>
                </a:extLst>
              </p:cNvPr>
              <p:cNvSpPr/>
              <p:nvPr/>
            </p:nvSpPr>
            <p:spPr>
              <a:xfrm>
                <a:off x="209110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" name="Oval 311">
                <a:extLst>
                  <a:ext uri="{FF2B5EF4-FFF2-40B4-BE49-F238E27FC236}">
                    <a16:creationId xmlns:a16="http://schemas.microsoft.com/office/drawing/2014/main" id="{1768711B-345C-80A1-1D9E-1DFD07768E8D}"/>
                  </a:ext>
                </a:extLst>
              </p:cNvPr>
              <p:cNvSpPr/>
              <p:nvPr/>
            </p:nvSpPr>
            <p:spPr>
              <a:xfrm>
                <a:off x="194066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" name="Oval 312">
                <a:extLst>
                  <a:ext uri="{FF2B5EF4-FFF2-40B4-BE49-F238E27FC236}">
                    <a16:creationId xmlns:a16="http://schemas.microsoft.com/office/drawing/2014/main" id="{B1ECD5B4-0FCF-B526-1A6E-82E900A2CEF6}"/>
                  </a:ext>
                </a:extLst>
              </p:cNvPr>
              <p:cNvSpPr/>
              <p:nvPr/>
            </p:nvSpPr>
            <p:spPr>
              <a:xfrm>
                <a:off x="204470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4" name="Oval 313">
                <a:extLst>
                  <a:ext uri="{FF2B5EF4-FFF2-40B4-BE49-F238E27FC236}">
                    <a16:creationId xmlns:a16="http://schemas.microsoft.com/office/drawing/2014/main" id="{D6B43217-7119-7BEB-8D88-70F26F9547DE}"/>
                  </a:ext>
                </a:extLst>
              </p:cNvPr>
              <p:cNvSpPr/>
              <p:nvPr/>
            </p:nvSpPr>
            <p:spPr>
              <a:xfrm>
                <a:off x="219514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5" name="Oval 314">
                <a:extLst>
                  <a:ext uri="{FF2B5EF4-FFF2-40B4-BE49-F238E27FC236}">
                    <a16:creationId xmlns:a16="http://schemas.microsoft.com/office/drawing/2014/main" id="{D0CACEBA-E3DF-9619-A7A1-3CE126A8412B}"/>
                  </a:ext>
                </a:extLst>
              </p:cNvPr>
              <p:cNvSpPr/>
              <p:nvPr/>
            </p:nvSpPr>
            <p:spPr>
              <a:xfrm>
                <a:off x="229918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6" name="Oval 315">
                <a:extLst>
                  <a:ext uri="{FF2B5EF4-FFF2-40B4-BE49-F238E27FC236}">
                    <a16:creationId xmlns:a16="http://schemas.microsoft.com/office/drawing/2014/main" id="{ABA21BE3-F2BE-8C92-E9FE-22EFC39D3B0D}"/>
                  </a:ext>
                </a:extLst>
              </p:cNvPr>
              <p:cNvSpPr/>
              <p:nvPr/>
            </p:nvSpPr>
            <p:spPr>
              <a:xfrm>
                <a:off x="214874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7" name="Oval 316">
                <a:extLst>
                  <a:ext uri="{FF2B5EF4-FFF2-40B4-BE49-F238E27FC236}">
                    <a16:creationId xmlns:a16="http://schemas.microsoft.com/office/drawing/2014/main" id="{C57A3E3A-A34D-0EFC-1382-19113216FB17}"/>
                  </a:ext>
                </a:extLst>
              </p:cNvPr>
              <p:cNvSpPr/>
              <p:nvPr/>
            </p:nvSpPr>
            <p:spPr>
              <a:xfrm>
                <a:off x="225278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8" name="Oval 317">
                <a:extLst>
                  <a:ext uri="{FF2B5EF4-FFF2-40B4-BE49-F238E27FC236}">
                    <a16:creationId xmlns:a16="http://schemas.microsoft.com/office/drawing/2014/main" id="{7FE8E3A1-3A4E-10B5-3961-62220C41FC0E}"/>
                  </a:ext>
                </a:extLst>
              </p:cNvPr>
              <p:cNvSpPr/>
              <p:nvPr/>
            </p:nvSpPr>
            <p:spPr>
              <a:xfrm>
                <a:off x="101380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05" name="Oval 2304">
                <a:extLst>
                  <a:ext uri="{FF2B5EF4-FFF2-40B4-BE49-F238E27FC236}">
                    <a16:creationId xmlns:a16="http://schemas.microsoft.com/office/drawing/2014/main" id="{E75A6F15-15EA-7009-2C7B-8B53D70F2587}"/>
                  </a:ext>
                </a:extLst>
              </p:cNvPr>
              <p:cNvSpPr/>
              <p:nvPr/>
            </p:nvSpPr>
            <p:spPr>
              <a:xfrm>
                <a:off x="111785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0" name="Oval 2309">
                <a:extLst>
                  <a:ext uri="{FF2B5EF4-FFF2-40B4-BE49-F238E27FC236}">
                    <a16:creationId xmlns:a16="http://schemas.microsoft.com/office/drawing/2014/main" id="{35ABB8BF-73C5-0FAB-F3BB-BE5196070C0E}"/>
                  </a:ext>
                </a:extLst>
              </p:cNvPr>
              <p:cNvSpPr/>
              <p:nvPr/>
            </p:nvSpPr>
            <p:spPr>
              <a:xfrm>
                <a:off x="122189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1" name="Oval 2310">
                <a:extLst>
                  <a:ext uri="{FF2B5EF4-FFF2-40B4-BE49-F238E27FC236}">
                    <a16:creationId xmlns:a16="http://schemas.microsoft.com/office/drawing/2014/main" id="{3220F158-6580-F032-B527-CFB73D0E32AC}"/>
                  </a:ext>
                </a:extLst>
              </p:cNvPr>
              <p:cNvSpPr/>
              <p:nvPr/>
            </p:nvSpPr>
            <p:spPr>
              <a:xfrm>
                <a:off x="132593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2" name="Oval 2311">
                <a:extLst>
                  <a:ext uri="{FF2B5EF4-FFF2-40B4-BE49-F238E27FC236}">
                    <a16:creationId xmlns:a16="http://schemas.microsoft.com/office/drawing/2014/main" id="{D8F94F2E-8D85-1EE7-97E9-864880C4734A}"/>
                  </a:ext>
                </a:extLst>
              </p:cNvPr>
              <p:cNvSpPr/>
              <p:nvPr/>
            </p:nvSpPr>
            <p:spPr>
              <a:xfrm>
                <a:off x="142997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19" name="Oval 2318">
                <a:extLst>
                  <a:ext uri="{FF2B5EF4-FFF2-40B4-BE49-F238E27FC236}">
                    <a16:creationId xmlns:a16="http://schemas.microsoft.com/office/drawing/2014/main" id="{BFA5225D-8E82-9C79-91CF-B16D8F4DF41B}"/>
                  </a:ext>
                </a:extLst>
              </p:cNvPr>
              <p:cNvSpPr/>
              <p:nvPr/>
            </p:nvSpPr>
            <p:spPr>
              <a:xfrm>
                <a:off x="153401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0" name="Oval 2319">
                <a:extLst>
                  <a:ext uri="{FF2B5EF4-FFF2-40B4-BE49-F238E27FC236}">
                    <a16:creationId xmlns:a16="http://schemas.microsoft.com/office/drawing/2014/main" id="{7DAACCA4-308B-9F44-B30F-C2F49FF2024E}"/>
                  </a:ext>
                </a:extLst>
              </p:cNvPr>
              <p:cNvSpPr/>
              <p:nvPr/>
            </p:nvSpPr>
            <p:spPr>
              <a:xfrm>
                <a:off x="163806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1" name="Oval 2320">
                <a:extLst>
                  <a:ext uri="{FF2B5EF4-FFF2-40B4-BE49-F238E27FC236}">
                    <a16:creationId xmlns:a16="http://schemas.microsoft.com/office/drawing/2014/main" id="{B5873D77-4367-EC8B-1AB2-CE7E21A6110D}"/>
                  </a:ext>
                </a:extLst>
              </p:cNvPr>
              <p:cNvSpPr/>
              <p:nvPr/>
            </p:nvSpPr>
            <p:spPr>
              <a:xfrm>
                <a:off x="174210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2" name="Oval 2321">
                <a:extLst>
                  <a:ext uri="{FF2B5EF4-FFF2-40B4-BE49-F238E27FC236}">
                    <a16:creationId xmlns:a16="http://schemas.microsoft.com/office/drawing/2014/main" id="{7FB4E203-9C9F-3C41-CB99-5142AEF366A8}"/>
                  </a:ext>
                </a:extLst>
              </p:cNvPr>
              <p:cNvSpPr/>
              <p:nvPr/>
            </p:nvSpPr>
            <p:spPr>
              <a:xfrm>
                <a:off x="184614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3" name="Oval 2322">
                <a:extLst>
                  <a:ext uri="{FF2B5EF4-FFF2-40B4-BE49-F238E27FC236}">
                    <a16:creationId xmlns:a16="http://schemas.microsoft.com/office/drawing/2014/main" id="{71425DAC-9F97-DAD0-4241-0AFB38E2EFDE}"/>
                  </a:ext>
                </a:extLst>
              </p:cNvPr>
              <p:cNvSpPr/>
              <p:nvPr/>
            </p:nvSpPr>
            <p:spPr>
              <a:xfrm>
                <a:off x="195018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4" name="Oval 2323">
                <a:extLst>
                  <a:ext uri="{FF2B5EF4-FFF2-40B4-BE49-F238E27FC236}">
                    <a16:creationId xmlns:a16="http://schemas.microsoft.com/office/drawing/2014/main" id="{791CFE5B-43C4-7CBD-CE5F-9472882EB894}"/>
                  </a:ext>
                </a:extLst>
              </p:cNvPr>
              <p:cNvSpPr/>
              <p:nvPr/>
            </p:nvSpPr>
            <p:spPr>
              <a:xfrm>
                <a:off x="205422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5" name="Oval 2324">
                <a:extLst>
                  <a:ext uri="{FF2B5EF4-FFF2-40B4-BE49-F238E27FC236}">
                    <a16:creationId xmlns:a16="http://schemas.microsoft.com/office/drawing/2014/main" id="{9EC8593B-FD66-00E4-4018-2DDB3DA1CA58}"/>
                  </a:ext>
                </a:extLst>
              </p:cNvPr>
              <p:cNvSpPr/>
              <p:nvPr/>
            </p:nvSpPr>
            <p:spPr>
              <a:xfrm>
                <a:off x="215827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326" name="Oval 2325">
                <a:extLst>
                  <a:ext uri="{FF2B5EF4-FFF2-40B4-BE49-F238E27FC236}">
                    <a16:creationId xmlns:a16="http://schemas.microsoft.com/office/drawing/2014/main" id="{73577C94-568B-C3E0-1BAF-946D8F486209}"/>
                  </a:ext>
                </a:extLst>
              </p:cNvPr>
              <p:cNvSpPr/>
              <p:nvPr/>
            </p:nvSpPr>
            <p:spPr>
              <a:xfrm>
                <a:off x="226231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2327" name="Group 2326">
              <a:extLst>
                <a:ext uri="{FF2B5EF4-FFF2-40B4-BE49-F238E27FC236}">
                  <a16:creationId xmlns:a16="http://schemas.microsoft.com/office/drawing/2014/main" id="{14246191-37F6-CBAC-ACD5-95D67C6F23C5}"/>
                </a:ext>
              </a:extLst>
            </p:cNvPr>
            <p:cNvGrpSpPr/>
            <p:nvPr/>
          </p:nvGrpSpPr>
          <p:grpSpPr>
            <a:xfrm>
              <a:off x="2590881" y="4864365"/>
              <a:ext cx="304787" cy="0"/>
              <a:chOff x="2981243" y="5779294"/>
              <a:chExt cx="304787" cy="0"/>
            </a:xfrm>
          </p:grpSpPr>
          <p:cxnSp>
            <p:nvCxnSpPr>
              <p:cNvPr id="2328" name="Straight Connector 2327">
                <a:extLst>
                  <a:ext uri="{FF2B5EF4-FFF2-40B4-BE49-F238E27FC236}">
                    <a16:creationId xmlns:a16="http://schemas.microsoft.com/office/drawing/2014/main" id="{97BE24E8-A8BC-58F5-CF5E-A045CB917E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6511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29" name="Straight Connector 2328">
                <a:extLst>
                  <a:ext uri="{FF2B5EF4-FFF2-40B4-BE49-F238E27FC236}">
                    <a16:creationId xmlns:a16="http://schemas.microsoft.com/office/drawing/2014/main" id="{01F04E76-6ABB-3B19-7731-BDA8B6D0A4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1243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85" name="Rectangle 284">
            <a:extLst>
              <a:ext uri="{FF2B5EF4-FFF2-40B4-BE49-F238E27FC236}">
                <a16:creationId xmlns:a16="http://schemas.microsoft.com/office/drawing/2014/main" id="{23B994F8-7AF3-D315-F015-0BD1810B2488}"/>
              </a:ext>
            </a:extLst>
          </p:cNvPr>
          <p:cNvSpPr/>
          <p:nvPr/>
        </p:nvSpPr>
        <p:spPr>
          <a:xfrm>
            <a:off x="9802417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254DE09C-842C-94E5-51A9-94788EB6F155}"/>
              </a:ext>
            </a:extLst>
          </p:cNvPr>
          <p:cNvGrpSpPr/>
          <p:nvPr/>
        </p:nvGrpSpPr>
        <p:grpSpPr>
          <a:xfrm>
            <a:off x="9874193" y="921061"/>
            <a:ext cx="957198" cy="615765"/>
            <a:chOff x="3700152" y="1122989"/>
            <a:chExt cx="1296631" cy="834121"/>
          </a:xfrm>
        </p:grpSpPr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D471FBA4-A853-D430-8191-5939ABFEFB30}"/>
                </a:ext>
              </a:extLst>
            </p:cNvPr>
            <p:cNvSpPr/>
            <p:nvPr/>
          </p:nvSpPr>
          <p:spPr>
            <a:xfrm>
              <a:off x="3700152" y="1122990"/>
              <a:ext cx="1296631" cy="834120"/>
            </a:xfrm>
            <a:custGeom>
              <a:avLst/>
              <a:gdLst>
                <a:gd name="connsiteX0" fmla="*/ 54390 w 1296631"/>
                <a:gd name="connsiteY0" fmla="*/ 0 h 834120"/>
                <a:gd name="connsiteX1" fmla="*/ 1242241 w 1296631"/>
                <a:gd name="connsiteY1" fmla="*/ 0 h 834120"/>
                <a:gd name="connsiteX2" fmla="*/ 1296631 w 1296631"/>
                <a:gd name="connsiteY2" fmla="*/ 41923 h 834120"/>
                <a:gd name="connsiteX3" fmla="*/ 1296631 w 1296631"/>
                <a:gd name="connsiteY3" fmla="*/ 792197 h 834120"/>
                <a:gd name="connsiteX4" fmla="*/ 1242241 w 1296631"/>
                <a:gd name="connsiteY4" fmla="*/ 834120 h 834120"/>
                <a:gd name="connsiteX5" fmla="*/ 54390 w 1296631"/>
                <a:gd name="connsiteY5" fmla="*/ 834120 h 834120"/>
                <a:gd name="connsiteX6" fmla="*/ 0 w 1296631"/>
                <a:gd name="connsiteY6" fmla="*/ 792197 h 834120"/>
                <a:gd name="connsiteX7" fmla="*/ 0 w 1296631"/>
                <a:gd name="connsiteY7" fmla="*/ 41923 h 834120"/>
                <a:gd name="connsiteX8" fmla="*/ 54390 w 1296631"/>
                <a:gd name="connsiteY8" fmla="*/ 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6631" h="834120">
                  <a:moveTo>
                    <a:pt x="54390" y="0"/>
                  </a:moveTo>
                  <a:lnTo>
                    <a:pt x="1242241" y="0"/>
                  </a:lnTo>
                  <a:cubicBezTo>
                    <a:pt x="1272280" y="0"/>
                    <a:pt x="1296631" y="18770"/>
                    <a:pt x="1296631" y="41923"/>
                  </a:cubicBezTo>
                  <a:lnTo>
                    <a:pt x="1296631" y="792197"/>
                  </a:lnTo>
                  <a:cubicBezTo>
                    <a:pt x="1296631" y="815351"/>
                    <a:pt x="1272280" y="834120"/>
                    <a:pt x="1242241" y="834120"/>
                  </a:cubicBezTo>
                  <a:lnTo>
                    <a:pt x="54390" y="834120"/>
                  </a:lnTo>
                  <a:cubicBezTo>
                    <a:pt x="24351" y="834120"/>
                    <a:pt x="0" y="815351"/>
                    <a:pt x="0" y="792197"/>
                  </a:cubicBezTo>
                  <a:lnTo>
                    <a:pt x="0" y="41923"/>
                  </a:lnTo>
                  <a:cubicBezTo>
                    <a:pt x="0" y="18770"/>
                    <a:pt x="24351" y="0"/>
                    <a:pt x="54390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0935E868-F862-7B4E-EB58-D1B5D1BEB493}"/>
                </a:ext>
              </a:extLst>
            </p:cNvPr>
            <p:cNvGrpSpPr/>
            <p:nvPr/>
          </p:nvGrpSpPr>
          <p:grpSpPr>
            <a:xfrm>
              <a:off x="4009739" y="1319213"/>
              <a:ext cx="677456" cy="290264"/>
              <a:chOff x="7046608" y="199489"/>
              <a:chExt cx="812435" cy="525724"/>
            </a:xfrm>
          </p:grpSpPr>
          <p:sp>
            <p:nvSpPr>
              <p:cNvPr id="298" name="Rectangle: Rounded Corners 297">
                <a:extLst>
                  <a:ext uri="{FF2B5EF4-FFF2-40B4-BE49-F238E27FC236}">
                    <a16:creationId xmlns:a16="http://schemas.microsoft.com/office/drawing/2014/main" id="{D53304E3-2C14-E5DF-F82A-04CB6A06829D}"/>
                  </a:ext>
                </a:extLst>
              </p:cNvPr>
              <p:cNvSpPr/>
              <p:nvPr/>
            </p:nvSpPr>
            <p:spPr>
              <a:xfrm>
                <a:off x="7046608" y="199489"/>
                <a:ext cx="812435" cy="525724"/>
              </a:xfrm>
              <a:prstGeom prst="roundRect">
                <a:avLst>
                  <a:gd name="adj" fmla="val 7272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99" name="Straight Connector 298">
                <a:extLst>
                  <a:ext uri="{FF2B5EF4-FFF2-40B4-BE49-F238E27FC236}">
                    <a16:creationId xmlns:a16="http://schemas.microsoft.com/office/drawing/2014/main" id="{0CB450B2-B97B-F86B-61A8-EB4C1BBB9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54780" y="328824"/>
                <a:ext cx="519119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Straight Connector 299">
                <a:extLst>
                  <a:ext uri="{FF2B5EF4-FFF2-40B4-BE49-F238E27FC236}">
                    <a16:creationId xmlns:a16="http://schemas.microsoft.com/office/drawing/2014/main" id="{4AA37081-EF66-83D4-94CF-3D2C55923F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54780" y="471019"/>
                <a:ext cx="174060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320E03E1-D8F9-9C16-F31B-0BE7AE051D3F}"/>
                </a:ext>
              </a:extLst>
            </p:cNvPr>
            <p:cNvSpPr/>
            <p:nvPr/>
          </p:nvSpPr>
          <p:spPr>
            <a:xfrm>
              <a:off x="3700152" y="1122989"/>
              <a:ext cx="98707" cy="821960"/>
            </a:xfrm>
            <a:custGeom>
              <a:avLst/>
              <a:gdLst>
                <a:gd name="connsiteX0" fmla="*/ 35346 w 98707"/>
                <a:gd name="connsiteY0" fmla="*/ 0 h 821960"/>
                <a:gd name="connsiteX1" fmla="*/ 35346 w 98707"/>
                <a:gd name="connsiteY1" fmla="*/ 92425 h 821960"/>
                <a:gd name="connsiteX2" fmla="*/ 47635 w 98707"/>
                <a:gd name="connsiteY2" fmla="*/ 94337 h 821960"/>
                <a:gd name="connsiteX3" fmla="*/ 98707 w 98707"/>
                <a:gd name="connsiteY3" fmla="*/ 153726 h 821960"/>
                <a:gd name="connsiteX4" fmla="*/ 98707 w 98707"/>
                <a:gd name="connsiteY4" fmla="*/ 564741 h 821960"/>
                <a:gd name="connsiteX5" fmla="*/ 47635 w 98707"/>
                <a:gd name="connsiteY5" fmla="*/ 624130 h 821960"/>
                <a:gd name="connsiteX6" fmla="*/ 35346 w 98707"/>
                <a:gd name="connsiteY6" fmla="*/ 626042 h 821960"/>
                <a:gd name="connsiteX7" fmla="*/ 35346 w 98707"/>
                <a:gd name="connsiteY7" fmla="*/ 821960 h 821960"/>
                <a:gd name="connsiteX8" fmla="*/ 15931 w 98707"/>
                <a:gd name="connsiteY8" fmla="*/ 815761 h 821960"/>
                <a:gd name="connsiteX9" fmla="*/ 0 w 98707"/>
                <a:gd name="connsiteY9" fmla="*/ 786117 h 821960"/>
                <a:gd name="connsiteX10" fmla="*/ 0 w 98707"/>
                <a:gd name="connsiteY10" fmla="*/ 35843 h 821960"/>
                <a:gd name="connsiteX11" fmla="*/ 15931 w 98707"/>
                <a:gd name="connsiteY11" fmla="*/ 6199 h 821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707" h="821960">
                  <a:moveTo>
                    <a:pt x="35346" y="0"/>
                  </a:moveTo>
                  <a:lnTo>
                    <a:pt x="35346" y="92425"/>
                  </a:lnTo>
                  <a:lnTo>
                    <a:pt x="47635" y="94337"/>
                  </a:lnTo>
                  <a:cubicBezTo>
                    <a:pt x="77648" y="104122"/>
                    <a:pt x="98707" y="127028"/>
                    <a:pt x="98707" y="153726"/>
                  </a:cubicBezTo>
                  <a:lnTo>
                    <a:pt x="98707" y="564741"/>
                  </a:lnTo>
                  <a:cubicBezTo>
                    <a:pt x="98707" y="591439"/>
                    <a:pt x="77648" y="614345"/>
                    <a:pt x="47635" y="624130"/>
                  </a:cubicBezTo>
                  <a:lnTo>
                    <a:pt x="35346" y="626042"/>
                  </a:lnTo>
                  <a:lnTo>
                    <a:pt x="35346" y="821960"/>
                  </a:lnTo>
                  <a:lnTo>
                    <a:pt x="15931" y="815761"/>
                  </a:lnTo>
                  <a:cubicBezTo>
                    <a:pt x="6088" y="808175"/>
                    <a:pt x="0" y="797694"/>
                    <a:pt x="0" y="786117"/>
                  </a:cubicBezTo>
                  <a:lnTo>
                    <a:pt x="0" y="35843"/>
                  </a:lnTo>
                  <a:cubicBezTo>
                    <a:pt x="0" y="24267"/>
                    <a:pt x="6088" y="13786"/>
                    <a:pt x="15931" y="6199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C233E92A-8B0F-0BA3-B140-579769D80569}"/>
                </a:ext>
              </a:extLst>
            </p:cNvPr>
            <p:cNvSpPr/>
            <p:nvPr/>
          </p:nvSpPr>
          <p:spPr>
            <a:xfrm flipH="1">
              <a:off x="4898076" y="1122989"/>
              <a:ext cx="98707" cy="821960"/>
            </a:xfrm>
            <a:custGeom>
              <a:avLst/>
              <a:gdLst>
                <a:gd name="connsiteX0" fmla="*/ 35346 w 98707"/>
                <a:gd name="connsiteY0" fmla="*/ 0 h 821960"/>
                <a:gd name="connsiteX1" fmla="*/ 35346 w 98707"/>
                <a:gd name="connsiteY1" fmla="*/ 92425 h 821960"/>
                <a:gd name="connsiteX2" fmla="*/ 47635 w 98707"/>
                <a:gd name="connsiteY2" fmla="*/ 94337 h 821960"/>
                <a:gd name="connsiteX3" fmla="*/ 98707 w 98707"/>
                <a:gd name="connsiteY3" fmla="*/ 153726 h 821960"/>
                <a:gd name="connsiteX4" fmla="*/ 98707 w 98707"/>
                <a:gd name="connsiteY4" fmla="*/ 564741 h 821960"/>
                <a:gd name="connsiteX5" fmla="*/ 47635 w 98707"/>
                <a:gd name="connsiteY5" fmla="*/ 624130 h 821960"/>
                <a:gd name="connsiteX6" fmla="*/ 35346 w 98707"/>
                <a:gd name="connsiteY6" fmla="*/ 626042 h 821960"/>
                <a:gd name="connsiteX7" fmla="*/ 35346 w 98707"/>
                <a:gd name="connsiteY7" fmla="*/ 821960 h 821960"/>
                <a:gd name="connsiteX8" fmla="*/ 15931 w 98707"/>
                <a:gd name="connsiteY8" fmla="*/ 815761 h 821960"/>
                <a:gd name="connsiteX9" fmla="*/ 0 w 98707"/>
                <a:gd name="connsiteY9" fmla="*/ 786117 h 821960"/>
                <a:gd name="connsiteX10" fmla="*/ 0 w 98707"/>
                <a:gd name="connsiteY10" fmla="*/ 35843 h 821960"/>
                <a:gd name="connsiteX11" fmla="*/ 15931 w 98707"/>
                <a:gd name="connsiteY11" fmla="*/ 6199 h 821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707" h="821960">
                  <a:moveTo>
                    <a:pt x="35346" y="0"/>
                  </a:moveTo>
                  <a:lnTo>
                    <a:pt x="35346" y="92425"/>
                  </a:lnTo>
                  <a:lnTo>
                    <a:pt x="47635" y="94337"/>
                  </a:lnTo>
                  <a:cubicBezTo>
                    <a:pt x="77648" y="104122"/>
                    <a:pt x="98707" y="127028"/>
                    <a:pt x="98707" y="153726"/>
                  </a:cubicBezTo>
                  <a:lnTo>
                    <a:pt x="98707" y="564741"/>
                  </a:lnTo>
                  <a:cubicBezTo>
                    <a:pt x="98707" y="591439"/>
                    <a:pt x="77648" y="614345"/>
                    <a:pt x="47635" y="624130"/>
                  </a:cubicBezTo>
                  <a:lnTo>
                    <a:pt x="35346" y="626042"/>
                  </a:lnTo>
                  <a:lnTo>
                    <a:pt x="35346" y="821960"/>
                  </a:lnTo>
                  <a:lnTo>
                    <a:pt x="15931" y="815761"/>
                  </a:lnTo>
                  <a:cubicBezTo>
                    <a:pt x="6088" y="808175"/>
                    <a:pt x="0" y="797694"/>
                    <a:pt x="0" y="786117"/>
                  </a:cubicBezTo>
                  <a:lnTo>
                    <a:pt x="0" y="35843"/>
                  </a:lnTo>
                  <a:cubicBezTo>
                    <a:pt x="0" y="24267"/>
                    <a:pt x="6088" y="13786"/>
                    <a:pt x="15931" y="6199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9010E202-5032-80BA-D045-1F54E3577EBE}"/>
                </a:ext>
              </a:extLst>
            </p:cNvPr>
            <p:cNvCxnSpPr>
              <a:cxnSpLocks/>
            </p:cNvCxnSpPr>
            <p:nvPr/>
          </p:nvCxnSpPr>
          <p:spPr>
            <a:xfrm>
              <a:off x="3738563" y="1788694"/>
              <a:ext cx="1220787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17F60728-0E66-08CC-8D03-B6FC620AF59C}"/>
                </a:ext>
              </a:extLst>
            </p:cNvPr>
            <p:cNvSpPr/>
            <p:nvPr/>
          </p:nvSpPr>
          <p:spPr>
            <a:xfrm>
              <a:off x="4312260" y="1186511"/>
              <a:ext cx="72416" cy="72414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738E2F62-5BA6-E542-22B6-2FAD7D24CE83}"/>
              </a:ext>
            </a:extLst>
          </p:cNvPr>
          <p:cNvGrpSpPr/>
          <p:nvPr/>
        </p:nvGrpSpPr>
        <p:grpSpPr>
          <a:xfrm>
            <a:off x="10554882" y="893497"/>
            <a:ext cx="97181" cy="105579"/>
            <a:chOff x="4495800" y="874713"/>
            <a:chExt cx="128588" cy="139700"/>
          </a:xfrm>
        </p:grpSpPr>
        <p:sp>
          <p:nvSpPr>
            <p:cNvPr id="290" name="Oval 289">
              <a:extLst>
                <a:ext uri="{FF2B5EF4-FFF2-40B4-BE49-F238E27FC236}">
                  <a16:creationId xmlns:a16="http://schemas.microsoft.com/office/drawing/2014/main" id="{9C44323C-3CA0-F71A-263B-5CA7CE6C8ACA}"/>
                </a:ext>
              </a:extLst>
            </p:cNvPr>
            <p:cNvSpPr/>
            <p:nvPr/>
          </p:nvSpPr>
          <p:spPr>
            <a:xfrm>
              <a:off x="4495800" y="941388"/>
              <a:ext cx="128588" cy="73025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91" name="Rectangle: Rounded Corners 290">
              <a:extLst>
                <a:ext uri="{FF2B5EF4-FFF2-40B4-BE49-F238E27FC236}">
                  <a16:creationId xmlns:a16="http://schemas.microsoft.com/office/drawing/2014/main" id="{D9194425-7B73-B3F9-444C-7A975D858E6B}"/>
                </a:ext>
              </a:extLst>
            </p:cNvPr>
            <p:cNvSpPr/>
            <p:nvPr/>
          </p:nvSpPr>
          <p:spPr>
            <a:xfrm>
              <a:off x="4537235" y="874713"/>
              <a:ext cx="45719" cy="104775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89" name="Diamond 288">
            <a:extLst>
              <a:ext uri="{FF2B5EF4-FFF2-40B4-BE49-F238E27FC236}">
                <a16:creationId xmlns:a16="http://schemas.microsoft.com/office/drawing/2014/main" id="{DD1DD0E5-AA75-D7F0-16B2-D53F2C496A67}"/>
              </a:ext>
            </a:extLst>
          </p:cNvPr>
          <p:cNvSpPr/>
          <p:nvPr/>
        </p:nvSpPr>
        <p:spPr>
          <a:xfrm>
            <a:off x="10628459" y="1295449"/>
            <a:ext cx="76834" cy="76834"/>
          </a:xfrm>
          <a:prstGeom prst="diamond">
            <a:avLst/>
          </a:prstGeom>
          <a:solidFill>
            <a:srgbClr val="1A80C3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CA" sz="400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4178571" y="2232736"/>
            <a:ext cx="843372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Partector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TEM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7122896" y="22283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2315028" y="3949415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2327787" y="473123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7054635" y="1598824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539491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9076966" y="2249310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9021683" y="1305557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6504079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430483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6358901" y="326307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539173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563003" y="473123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573000" y="390829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949" name="Rectangle 2948">
            <a:extLst>
              <a:ext uri="{FF2B5EF4-FFF2-40B4-BE49-F238E27FC236}">
                <a16:creationId xmlns:a16="http://schemas.microsoft.com/office/drawing/2014/main" id="{C72D1C6D-0649-E198-D6D8-C8BE99BE38A7}"/>
              </a:ext>
            </a:extLst>
          </p:cNvPr>
          <p:cNvSpPr/>
          <p:nvPr/>
        </p:nvSpPr>
        <p:spPr>
          <a:xfrm>
            <a:off x="8865874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PINE</a:t>
            </a:r>
          </a:p>
        </p:txBody>
      </p:sp>
      <p:grpSp>
        <p:nvGrpSpPr>
          <p:cNvPr id="3111" name="Group 3110">
            <a:extLst>
              <a:ext uri="{FF2B5EF4-FFF2-40B4-BE49-F238E27FC236}">
                <a16:creationId xmlns:a16="http://schemas.microsoft.com/office/drawing/2014/main" id="{A36BE238-EC21-05DC-6F4E-3CC4E44EAAB9}"/>
              </a:ext>
            </a:extLst>
          </p:cNvPr>
          <p:cNvGrpSpPr/>
          <p:nvPr/>
        </p:nvGrpSpPr>
        <p:grpSpPr>
          <a:xfrm>
            <a:off x="8727181" y="3263074"/>
            <a:ext cx="1428194" cy="1965598"/>
            <a:chOff x="9807493" y="3223344"/>
            <a:chExt cx="1428194" cy="1965598"/>
          </a:xfrm>
        </p:grpSpPr>
        <p:sp>
          <p:nvSpPr>
            <p:cNvPr id="2956" name="Rectangle 2955">
              <a:extLst>
                <a:ext uri="{FF2B5EF4-FFF2-40B4-BE49-F238E27FC236}">
                  <a16:creationId xmlns:a16="http://schemas.microsoft.com/office/drawing/2014/main" id="{F96066BB-EC4F-E49E-814F-893317D7F562}"/>
                </a:ext>
              </a:extLst>
            </p:cNvPr>
            <p:cNvSpPr/>
            <p:nvPr/>
          </p:nvSpPr>
          <p:spPr>
            <a:xfrm>
              <a:off x="9842500" y="3267074"/>
              <a:ext cx="1226820" cy="181185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3" name="Rectangle 2962">
              <a:extLst>
                <a:ext uri="{FF2B5EF4-FFF2-40B4-BE49-F238E27FC236}">
                  <a16:creationId xmlns:a16="http://schemas.microsoft.com/office/drawing/2014/main" id="{D4FC3306-53AB-C854-9928-2030E39DB022}"/>
                </a:ext>
              </a:extLst>
            </p:cNvPr>
            <p:cNvSpPr/>
            <p:nvPr/>
          </p:nvSpPr>
          <p:spPr>
            <a:xfrm>
              <a:off x="9836150" y="4489451"/>
              <a:ext cx="1360488" cy="39975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2" name="Freeform: Shape 2961">
              <a:extLst>
                <a:ext uri="{FF2B5EF4-FFF2-40B4-BE49-F238E27FC236}">
                  <a16:creationId xmlns:a16="http://schemas.microsoft.com/office/drawing/2014/main" id="{4E1C69C0-5E9E-D87B-EB0D-66FA7938ECCB}"/>
                </a:ext>
              </a:extLst>
            </p:cNvPr>
            <p:cNvSpPr/>
            <p:nvPr/>
          </p:nvSpPr>
          <p:spPr>
            <a:xfrm rot="10800000">
              <a:off x="10058763" y="3273423"/>
              <a:ext cx="1123135" cy="1797052"/>
            </a:xfrm>
            <a:custGeom>
              <a:avLst/>
              <a:gdLst>
                <a:gd name="csX0" fmla="*/ 967741 w 967741"/>
                <a:gd name="csY0" fmla="*/ 1664972 h 1664972"/>
                <a:gd name="csX1" fmla="*/ 166688 w 967741"/>
                <a:gd name="csY1" fmla="*/ 1664972 h 1664972"/>
                <a:gd name="csX2" fmla="*/ 166688 w 967741"/>
                <a:gd name="csY2" fmla="*/ 1664971 h 1664972"/>
                <a:gd name="csX3" fmla="*/ 1 w 967741"/>
                <a:gd name="csY3" fmla="*/ 1664971 h 1664972"/>
                <a:gd name="csX4" fmla="*/ 1 w 967741"/>
                <a:gd name="csY4" fmla="*/ 353164 h 1664972"/>
                <a:gd name="csX5" fmla="*/ 0 w 967741"/>
                <a:gd name="csY5" fmla="*/ 353164 h 1664972"/>
                <a:gd name="csX6" fmla="*/ 0 w 967741"/>
                <a:gd name="csY6" fmla="*/ 0 h 1664972"/>
                <a:gd name="csX7" fmla="*/ 177130 w 967741"/>
                <a:gd name="csY7" fmla="*/ 0 h 1664972"/>
                <a:gd name="csX8" fmla="*/ 177130 w 967741"/>
                <a:gd name="csY8" fmla="*/ 179349 h 1664972"/>
                <a:gd name="csX9" fmla="*/ 967741 w 967741"/>
                <a:gd name="csY9" fmla="*/ 1498413 h 1664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67741" h="1664972">
                  <a:moveTo>
                    <a:pt x="967741" y="1664972"/>
                  </a:moveTo>
                  <a:lnTo>
                    <a:pt x="166688" y="1664972"/>
                  </a:lnTo>
                  <a:lnTo>
                    <a:pt x="166688" y="1664971"/>
                  </a:lnTo>
                  <a:lnTo>
                    <a:pt x="1" y="1664971"/>
                  </a:lnTo>
                  <a:lnTo>
                    <a:pt x="1" y="353164"/>
                  </a:lnTo>
                  <a:lnTo>
                    <a:pt x="0" y="353164"/>
                  </a:lnTo>
                  <a:lnTo>
                    <a:pt x="0" y="0"/>
                  </a:lnTo>
                  <a:lnTo>
                    <a:pt x="177130" y="0"/>
                  </a:lnTo>
                  <a:lnTo>
                    <a:pt x="177130" y="179349"/>
                  </a:lnTo>
                  <a:lnTo>
                    <a:pt x="967741" y="1498413"/>
                  </a:lnTo>
                  <a:close/>
                </a:path>
              </a:pathLst>
            </a:custGeom>
            <a:solidFill>
              <a:srgbClr val="7F7F7F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grpSp>
          <p:nvGrpSpPr>
            <p:cNvPr id="2950" name="Group 2949">
              <a:extLst>
                <a:ext uri="{FF2B5EF4-FFF2-40B4-BE49-F238E27FC236}">
                  <a16:creationId xmlns:a16="http://schemas.microsoft.com/office/drawing/2014/main" id="{B65989C6-B853-F234-D2B0-942125DE157F}"/>
                </a:ext>
              </a:extLst>
            </p:cNvPr>
            <p:cNvGrpSpPr/>
            <p:nvPr/>
          </p:nvGrpSpPr>
          <p:grpSpPr>
            <a:xfrm>
              <a:off x="9807493" y="3223344"/>
              <a:ext cx="1428194" cy="1886329"/>
              <a:chOff x="9807493" y="3223344"/>
              <a:chExt cx="1428194" cy="1886329"/>
            </a:xfrm>
            <a:solidFill>
              <a:srgbClr val="7F7F7F"/>
            </a:solidFill>
          </p:grpSpPr>
          <p:sp>
            <p:nvSpPr>
              <p:cNvPr id="2888" name="Rectangle 2887">
                <a:extLst>
                  <a:ext uri="{FF2B5EF4-FFF2-40B4-BE49-F238E27FC236}">
                    <a16:creationId xmlns:a16="http://schemas.microsoft.com/office/drawing/2014/main" id="{EB629116-501E-2619-075A-8EB6620D2930}"/>
                  </a:ext>
                </a:extLst>
              </p:cNvPr>
              <p:cNvSpPr/>
              <p:nvPr/>
            </p:nvSpPr>
            <p:spPr>
              <a:xfrm>
                <a:off x="11172213" y="3290667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89" name="Rectangle 2888">
                <a:extLst>
                  <a:ext uri="{FF2B5EF4-FFF2-40B4-BE49-F238E27FC236}">
                    <a16:creationId xmlns:a16="http://schemas.microsoft.com/office/drawing/2014/main" id="{CCB83586-DAEA-B59E-2893-EED86FA7B0BE}"/>
                  </a:ext>
                </a:extLst>
              </p:cNvPr>
              <p:cNvSpPr/>
              <p:nvPr/>
            </p:nvSpPr>
            <p:spPr>
              <a:xfrm>
                <a:off x="9819539" y="3291669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6" name="Rectangle 2895">
                <a:extLst>
                  <a:ext uri="{FF2B5EF4-FFF2-40B4-BE49-F238E27FC236}">
                    <a16:creationId xmlns:a16="http://schemas.microsoft.com/office/drawing/2014/main" id="{5701DD43-10C5-D86F-7109-A065A194F7D1}"/>
                  </a:ext>
                </a:extLst>
              </p:cNvPr>
              <p:cNvSpPr/>
              <p:nvPr/>
            </p:nvSpPr>
            <p:spPr>
              <a:xfrm>
                <a:off x="9819539" y="3245204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7" name="Rectangle 2896">
                <a:extLst>
                  <a:ext uri="{FF2B5EF4-FFF2-40B4-BE49-F238E27FC236}">
                    <a16:creationId xmlns:a16="http://schemas.microsoft.com/office/drawing/2014/main" id="{FAA6367A-BDE9-9AFA-A99C-BE04BCC51E16}"/>
                  </a:ext>
                </a:extLst>
              </p:cNvPr>
              <p:cNvSpPr/>
              <p:nvPr/>
            </p:nvSpPr>
            <p:spPr>
              <a:xfrm>
                <a:off x="9819539" y="5046102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8" name="Rectangle 2897">
                <a:extLst>
                  <a:ext uri="{FF2B5EF4-FFF2-40B4-BE49-F238E27FC236}">
                    <a16:creationId xmlns:a16="http://schemas.microsoft.com/office/drawing/2014/main" id="{05FC7D48-CDD3-3C76-3535-6F420C928D34}"/>
                  </a:ext>
                </a:extLst>
              </p:cNvPr>
              <p:cNvSpPr/>
              <p:nvPr/>
            </p:nvSpPr>
            <p:spPr>
              <a:xfrm>
                <a:off x="11171165" y="3245204"/>
                <a:ext cx="52179" cy="53122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9" name="Rectangle: Rounded Corners 2898">
                <a:extLst>
                  <a:ext uri="{FF2B5EF4-FFF2-40B4-BE49-F238E27FC236}">
                    <a16:creationId xmlns:a16="http://schemas.microsoft.com/office/drawing/2014/main" id="{F5A684C2-3715-5A9A-0053-1A0F6FA7316D}"/>
                  </a:ext>
                </a:extLst>
              </p:cNvPr>
              <p:cNvSpPr/>
              <p:nvPr/>
            </p:nvSpPr>
            <p:spPr>
              <a:xfrm>
                <a:off x="9807493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0" name="Rectangle: Rounded Corners 2899">
                <a:extLst>
                  <a:ext uri="{FF2B5EF4-FFF2-40B4-BE49-F238E27FC236}">
                    <a16:creationId xmlns:a16="http://schemas.microsoft.com/office/drawing/2014/main" id="{0D26F43D-0C02-327A-22B5-38134A154713}"/>
                  </a:ext>
                </a:extLst>
              </p:cNvPr>
              <p:cNvSpPr/>
              <p:nvPr/>
            </p:nvSpPr>
            <p:spPr>
              <a:xfrm>
                <a:off x="11151522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1" name="Rectangle: Rounded Corners 2900">
                <a:extLst>
                  <a:ext uri="{FF2B5EF4-FFF2-40B4-BE49-F238E27FC236}">
                    <a16:creationId xmlns:a16="http://schemas.microsoft.com/office/drawing/2014/main" id="{0A543300-E9D4-4753-56C9-1A0E346F050A}"/>
                  </a:ext>
                </a:extLst>
              </p:cNvPr>
              <p:cNvSpPr/>
              <p:nvPr/>
            </p:nvSpPr>
            <p:spPr>
              <a:xfrm>
                <a:off x="9807493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2" name="Rectangle: Rounded Corners 2901">
                <a:extLst>
                  <a:ext uri="{FF2B5EF4-FFF2-40B4-BE49-F238E27FC236}">
                    <a16:creationId xmlns:a16="http://schemas.microsoft.com/office/drawing/2014/main" id="{98A3E2CB-FEC2-68E8-E434-8414C4FE0E7C}"/>
                  </a:ext>
                </a:extLst>
              </p:cNvPr>
              <p:cNvSpPr/>
              <p:nvPr/>
            </p:nvSpPr>
            <p:spPr>
              <a:xfrm>
                <a:off x="11151522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05" name="Group 2904">
              <a:extLst>
                <a:ext uri="{FF2B5EF4-FFF2-40B4-BE49-F238E27FC236}">
                  <a16:creationId xmlns:a16="http://schemas.microsoft.com/office/drawing/2014/main" id="{49FDA296-F173-6BFA-7D6B-0BF1277B97A1}"/>
                </a:ext>
              </a:extLst>
            </p:cNvPr>
            <p:cNvGrpSpPr/>
            <p:nvPr/>
          </p:nvGrpSpPr>
          <p:grpSpPr>
            <a:xfrm>
              <a:off x="9914736" y="5096010"/>
              <a:ext cx="185877" cy="92932"/>
              <a:chOff x="1790174" y="6623586"/>
              <a:chExt cx="536316" cy="612420"/>
            </a:xfrm>
          </p:grpSpPr>
          <p:sp>
            <p:nvSpPr>
              <p:cNvPr id="2923" name="Rectangle: Rounded Corners 2922">
                <a:extLst>
                  <a:ext uri="{FF2B5EF4-FFF2-40B4-BE49-F238E27FC236}">
                    <a16:creationId xmlns:a16="http://schemas.microsoft.com/office/drawing/2014/main" id="{1690BED7-9FB9-02D4-68FF-89057C9862E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4" name="Rectangle: Rounded Corners 2923">
                <a:extLst>
                  <a:ext uri="{FF2B5EF4-FFF2-40B4-BE49-F238E27FC236}">
                    <a16:creationId xmlns:a16="http://schemas.microsoft.com/office/drawing/2014/main" id="{E3D1797A-A484-FFEA-B714-70E12DD956B1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5" name="Rectangle: Rounded Corners 2924">
                <a:extLst>
                  <a:ext uri="{FF2B5EF4-FFF2-40B4-BE49-F238E27FC236}">
                    <a16:creationId xmlns:a16="http://schemas.microsoft.com/office/drawing/2014/main" id="{B43C6F64-39A6-13C9-5A2D-2B8C7D23C506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06" name="Group 2905">
              <a:extLst>
                <a:ext uri="{FF2B5EF4-FFF2-40B4-BE49-F238E27FC236}">
                  <a16:creationId xmlns:a16="http://schemas.microsoft.com/office/drawing/2014/main" id="{B93A8DA1-C645-1A25-DFFF-B72F1CBD8648}"/>
                </a:ext>
              </a:extLst>
            </p:cNvPr>
            <p:cNvGrpSpPr/>
            <p:nvPr/>
          </p:nvGrpSpPr>
          <p:grpSpPr>
            <a:xfrm>
              <a:off x="10942456" y="5096010"/>
              <a:ext cx="185877" cy="92932"/>
              <a:chOff x="1790174" y="6623586"/>
              <a:chExt cx="536316" cy="612420"/>
            </a:xfrm>
          </p:grpSpPr>
          <p:sp>
            <p:nvSpPr>
              <p:cNvPr id="2920" name="Rectangle: Rounded Corners 2919">
                <a:extLst>
                  <a:ext uri="{FF2B5EF4-FFF2-40B4-BE49-F238E27FC236}">
                    <a16:creationId xmlns:a16="http://schemas.microsoft.com/office/drawing/2014/main" id="{0E0924C3-7318-4A20-7084-B597FEF5EADB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B5CE9AB0-2D45-DD33-4D5B-CA3680F5991C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2" name="Rectangle: Rounded Corners 2921">
                <a:extLst>
                  <a:ext uri="{FF2B5EF4-FFF2-40B4-BE49-F238E27FC236}">
                    <a16:creationId xmlns:a16="http://schemas.microsoft.com/office/drawing/2014/main" id="{16440816-A03E-4829-6971-2DBBC045861E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95" name="Group 2994">
              <a:extLst>
                <a:ext uri="{FF2B5EF4-FFF2-40B4-BE49-F238E27FC236}">
                  <a16:creationId xmlns:a16="http://schemas.microsoft.com/office/drawing/2014/main" id="{60F78CDB-DAA7-71E4-1584-0646CE570F99}"/>
                </a:ext>
              </a:extLst>
            </p:cNvPr>
            <p:cNvGrpSpPr/>
            <p:nvPr/>
          </p:nvGrpSpPr>
          <p:grpSpPr>
            <a:xfrm>
              <a:off x="10537265" y="3514946"/>
              <a:ext cx="522849" cy="399035"/>
              <a:chOff x="10634663" y="3518915"/>
              <a:chExt cx="421965" cy="322041"/>
            </a:xfrm>
          </p:grpSpPr>
          <p:sp>
            <p:nvSpPr>
              <p:cNvPr id="2966" name="Rectangle: Rounded Corners 2965">
                <a:extLst>
                  <a:ext uri="{FF2B5EF4-FFF2-40B4-BE49-F238E27FC236}">
                    <a16:creationId xmlns:a16="http://schemas.microsoft.com/office/drawing/2014/main" id="{E3F6D729-C032-F40B-9187-026FF7233538}"/>
                  </a:ext>
                </a:extLst>
              </p:cNvPr>
              <p:cNvSpPr/>
              <p:nvPr/>
            </p:nvSpPr>
            <p:spPr>
              <a:xfrm>
                <a:off x="10634663" y="3518915"/>
                <a:ext cx="421965" cy="322041"/>
              </a:xfrm>
              <a:prstGeom prst="roundRect">
                <a:avLst>
                  <a:gd name="adj" fmla="val 7054"/>
                </a:avLst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grpSp>
            <p:nvGrpSpPr>
              <p:cNvPr id="2985" name="Group 2984">
                <a:extLst>
                  <a:ext uri="{FF2B5EF4-FFF2-40B4-BE49-F238E27FC236}">
                    <a16:creationId xmlns:a16="http://schemas.microsoft.com/office/drawing/2014/main" id="{1F599BA5-7BB8-8860-1151-BA1E8AA53501}"/>
                  </a:ext>
                </a:extLst>
              </p:cNvPr>
              <p:cNvGrpSpPr/>
              <p:nvPr/>
            </p:nvGrpSpPr>
            <p:grpSpPr>
              <a:xfrm>
                <a:off x="10695781" y="3579019"/>
                <a:ext cx="298450" cy="200025"/>
                <a:chOff x="10695781" y="3583782"/>
                <a:chExt cx="298450" cy="200025"/>
              </a:xfrm>
            </p:grpSpPr>
            <p:cxnSp>
              <p:nvCxnSpPr>
                <p:cNvPr id="2969" name="Straight Connector 2968">
                  <a:extLst>
                    <a:ext uri="{FF2B5EF4-FFF2-40B4-BE49-F238E27FC236}">
                      <a16:creationId xmlns:a16="http://schemas.microsoft.com/office/drawing/2014/main" id="{AF491AFE-E411-4D8B-3C62-A36396FCB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95781" y="3683795"/>
                  <a:ext cx="127000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1" name="Straight Connector 2970">
                  <a:extLst>
                    <a:ext uri="{FF2B5EF4-FFF2-40B4-BE49-F238E27FC236}">
                      <a16:creationId xmlns:a16="http://schemas.microsoft.com/office/drawing/2014/main" id="{68D0AEBA-C826-77F9-0B34-196E478E79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4" name="Straight Connector 2973">
                  <a:extLst>
                    <a:ext uri="{FF2B5EF4-FFF2-40B4-BE49-F238E27FC236}">
                      <a16:creationId xmlns:a16="http://schemas.microsoft.com/office/drawing/2014/main" id="{B363D7CD-5677-F810-AC55-1537187C37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5" name="Straight Connector 2974">
                  <a:extLst>
                    <a:ext uri="{FF2B5EF4-FFF2-40B4-BE49-F238E27FC236}">
                      <a16:creationId xmlns:a16="http://schemas.microsoft.com/office/drawing/2014/main" id="{908E1960-486D-1785-65B8-1302F44DAE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6" name="Straight Connector 2975">
                  <a:extLst>
                    <a:ext uri="{FF2B5EF4-FFF2-40B4-BE49-F238E27FC236}">
                      <a16:creationId xmlns:a16="http://schemas.microsoft.com/office/drawing/2014/main" id="{D2BAF84A-D9CC-A282-8255-2DAA54814B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7" name="Straight Connector 2976">
                  <a:extLst>
                    <a:ext uri="{FF2B5EF4-FFF2-40B4-BE49-F238E27FC236}">
                      <a16:creationId xmlns:a16="http://schemas.microsoft.com/office/drawing/2014/main" id="{5A06ADD8-4085-C36E-A975-D711DC62EA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8" name="Straight Connector 2977">
                  <a:extLst>
                    <a:ext uri="{FF2B5EF4-FFF2-40B4-BE49-F238E27FC236}">
                      <a16:creationId xmlns:a16="http://schemas.microsoft.com/office/drawing/2014/main" id="{B928CB2B-3A9D-98FD-9F6E-85F959ABD6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9" name="Straight Connector 2978">
                  <a:extLst>
                    <a:ext uri="{FF2B5EF4-FFF2-40B4-BE49-F238E27FC236}">
                      <a16:creationId xmlns:a16="http://schemas.microsoft.com/office/drawing/2014/main" id="{1E83E2BD-F359-ECF7-238A-D7B927C30F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0" name="Straight Connector 2979">
                  <a:extLst>
                    <a:ext uri="{FF2B5EF4-FFF2-40B4-BE49-F238E27FC236}">
                      <a16:creationId xmlns:a16="http://schemas.microsoft.com/office/drawing/2014/main" id="{074FBEF7-5817-F567-E966-7A0E6A6B8F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1" name="Straight Connector 2980">
                  <a:extLst>
                    <a:ext uri="{FF2B5EF4-FFF2-40B4-BE49-F238E27FC236}">
                      <a16:creationId xmlns:a16="http://schemas.microsoft.com/office/drawing/2014/main" id="{38E1AB43-7E07-7964-E8BD-538684558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2" name="Straight Connector 2981">
                  <a:extLst>
                    <a:ext uri="{FF2B5EF4-FFF2-40B4-BE49-F238E27FC236}">
                      <a16:creationId xmlns:a16="http://schemas.microsoft.com/office/drawing/2014/main" id="{2A0E372F-DDB8-B792-05DB-7BE0BECEA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3" name="Straight Connector 2982">
                  <a:extLst>
                    <a:ext uri="{FF2B5EF4-FFF2-40B4-BE49-F238E27FC236}">
                      <a16:creationId xmlns:a16="http://schemas.microsoft.com/office/drawing/2014/main" id="{F39742C9-DB73-35EA-AE53-B3D0A86ED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4" name="Straight Connector 2983">
                  <a:extLst>
                    <a:ext uri="{FF2B5EF4-FFF2-40B4-BE49-F238E27FC236}">
                      <a16:creationId xmlns:a16="http://schemas.microsoft.com/office/drawing/2014/main" id="{5E57BF2F-3D35-124A-FC1D-AC6773622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2987" name="Rectangle: Rounded Corners 2986">
                <a:extLst>
                  <a:ext uri="{FF2B5EF4-FFF2-40B4-BE49-F238E27FC236}">
                    <a16:creationId xmlns:a16="http://schemas.microsoft.com/office/drawing/2014/main" id="{30D5F3A3-3ADD-85DB-E26E-63EA7C4657DD}"/>
                  </a:ext>
                </a:extLst>
              </p:cNvPr>
              <p:cNvSpPr/>
              <p:nvPr/>
            </p:nvSpPr>
            <p:spPr>
              <a:xfrm>
                <a:off x="10698956" y="3579019"/>
                <a:ext cx="121444" cy="62485"/>
              </a:xfrm>
              <a:prstGeom prst="roundRect">
                <a:avLst>
                  <a:gd name="adj" fmla="val 12230"/>
                </a:avLst>
              </a:prstGeom>
              <a:solidFill>
                <a:schemeClr val="bg1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93" name="Group 2992">
              <a:extLst>
                <a:ext uri="{FF2B5EF4-FFF2-40B4-BE49-F238E27FC236}">
                  <a16:creationId xmlns:a16="http://schemas.microsoft.com/office/drawing/2014/main" id="{CA0F799A-3DDA-D9CE-58B5-92D43D1AF274}"/>
                </a:ext>
              </a:extLst>
            </p:cNvPr>
            <p:cNvGrpSpPr/>
            <p:nvPr/>
          </p:nvGrpSpPr>
          <p:grpSpPr>
            <a:xfrm rot="16200000">
              <a:off x="11022662" y="4070587"/>
              <a:ext cx="91390" cy="97814"/>
              <a:chOff x="10945983" y="4051537"/>
              <a:chExt cx="91390" cy="97814"/>
            </a:xfrm>
            <a:solidFill>
              <a:srgbClr val="FF0000"/>
            </a:solidFill>
          </p:grpSpPr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12ACB577-3E09-3730-9B70-4F03FC5C8255}"/>
                  </a:ext>
                </a:extLst>
              </p:cNvPr>
              <p:cNvSpPr/>
              <p:nvPr/>
            </p:nvSpPr>
            <p:spPr>
              <a:xfrm rot="16200000">
                <a:off x="10945984" y="4053996"/>
                <a:ext cx="91388" cy="9139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991" name="Rectangle: Rounded Corners 2990">
                <a:extLst>
                  <a:ext uri="{FF2B5EF4-FFF2-40B4-BE49-F238E27FC236}">
                    <a16:creationId xmlns:a16="http://schemas.microsoft.com/office/drawing/2014/main" id="{BA46D379-9EBF-5C79-9334-3A59E1AE7FA4}"/>
                  </a:ext>
                </a:extLst>
              </p:cNvPr>
              <p:cNvSpPr/>
              <p:nvPr/>
            </p:nvSpPr>
            <p:spPr>
              <a:xfrm rot="16200000">
                <a:off x="10942771" y="4083218"/>
                <a:ext cx="97814" cy="34451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94" name="Oval 2993">
              <a:extLst>
                <a:ext uri="{FF2B5EF4-FFF2-40B4-BE49-F238E27FC236}">
                  <a16:creationId xmlns:a16="http://schemas.microsoft.com/office/drawing/2014/main" id="{42EDAD66-2AA2-1611-2391-B401AC88DB8C}"/>
                </a:ext>
              </a:extLst>
            </p:cNvPr>
            <p:cNvSpPr/>
            <p:nvPr/>
          </p:nvSpPr>
          <p:spPr>
            <a:xfrm>
              <a:off x="11071972" y="4607644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6" name="Oval 2995">
              <a:extLst>
                <a:ext uri="{FF2B5EF4-FFF2-40B4-BE49-F238E27FC236}">
                  <a16:creationId xmlns:a16="http://schemas.microsoft.com/office/drawing/2014/main" id="{40A779A7-D699-D27F-66C8-0E2882D6AE98}"/>
                </a:ext>
              </a:extLst>
            </p:cNvPr>
            <p:cNvSpPr/>
            <p:nvPr/>
          </p:nvSpPr>
          <p:spPr>
            <a:xfrm>
              <a:off x="11071972" y="4687416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7" name="Oval 2996">
              <a:extLst>
                <a:ext uri="{FF2B5EF4-FFF2-40B4-BE49-F238E27FC236}">
                  <a16:creationId xmlns:a16="http://schemas.microsoft.com/office/drawing/2014/main" id="{65D4E320-EDA1-195C-45F1-9FADCD6BC2A7}"/>
                </a:ext>
              </a:extLst>
            </p:cNvPr>
            <p:cNvSpPr/>
            <p:nvPr/>
          </p:nvSpPr>
          <p:spPr>
            <a:xfrm>
              <a:off x="11071972" y="4527872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015" name="Group 3014">
              <a:extLst>
                <a:ext uri="{FF2B5EF4-FFF2-40B4-BE49-F238E27FC236}">
                  <a16:creationId xmlns:a16="http://schemas.microsoft.com/office/drawing/2014/main" id="{7324E88C-C6A0-1EDC-09BA-E590A4F2A3D8}"/>
                </a:ext>
              </a:extLst>
            </p:cNvPr>
            <p:cNvGrpSpPr/>
            <p:nvPr/>
          </p:nvGrpSpPr>
          <p:grpSpPr>
            <a:xfrm>
              <a:off x="10906125" y="4550518"/>
              <a:ext cx="114714" cy="157164"/>
              <a:chOff x="10881138" y="4550518"/>
              <a:chExt cx="136525" cy="157164"/>
            </a:xfrm>
          </p:grpSpPr>
          <p:cxnSp>
            <p:nvCxnSpPr>
              <p:cNvPr id="2998" name="Straight Connector 2997">
                <a:extLst>
                  <a:ext uri="{FF2B5EF4-FFF2-40B4-BE49-F238E27FC236}">
                    <a16:creationId xmlns:a16="http://schemas.microsoft.com/office/drawing/2014/main" id="{420ECFE4-0031-B5DF-7ADE-BD03EEDB3B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550518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999" name="Straight Connector 2998">
                <a:extLst>
                  <a:ext uri="{FF2B5EF4-FFF2-40B4-BE49-F238E27FC236}">
                    <a16:creationId xmlns:a16="http://schemas.microsoft.com/office/drawing/2014/main" id="{55550AC7-3672-2404-E7B9-52D1ED50DB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629100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14" name="Straight Connector 3013">
                <a:extLst>
                  <a:ext uri="{FF2B5EF4-FFF2-40B4-BE49-F238E27FC236}">
                    <a16:creationId xmlns:a16="http://schemas.microsoft.com/office/drawing/2014/main" id="{3DFE5DA3-31F1-44F8-7D54-84BAF1AAA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63" y="4707682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028" name="Rectangle: Rounded Corners 3027">
              <a:extLst>
                <a:ext uri="{FF2B5EF4-FFF2-40B4-BE49-F238E27FC236}">
                  <a16:creationId xmlns:a16="http://schemas.microsoft.com/office/drawing/2014/main" id="{7B5B2912-9F9A-6D9C-A4F2-977870B62442}"/>
                </a:ext>
              </a:extLst>
            </p:cNvPr>
            <p:cNvSpPr/>
            <p:nvPr/>
          </p:nvSpPr>
          <p:spPr>
            <a:xfrm>
              <a:off x="11033975" y="4814888"/>
              <a:ext cx="83289" cy="123824"/>
            </a:xfrm>
            <a:prstGeom prst="roundRect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cxnSp>
          <p:nvCxnSpPr>
            <p:cNvPr id="3041" name="Straight Connector 3040">
              <a:extLst>
                <a:ext uri="{FF2B5EF4-FFF2-40B4-BE49-F238E27FC236}">
                  <a16:creationId xmlns:a16="http://schemas.microsoft.com/office/drawing/2014/main" id="{211DC3C4-1D31-4604-C361-B3B8AD7A0D12}"/>
                </a:ext>
              </a:extLst>
            </p:cNvPr>
            <p:cNvCxnSpPr>
              <a:cxnSpLocks/>
            </p:cNvCxnSpPr>
            <p:nvPr/>
          </p:nvCxnSpPr>
          <p:spPr>
            <a:xfrm>
              <a:off x="9966772" y="47808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58" name="Straight Connector 3057">
              <a:extLst>
                <a:ext uri="{FF2B5EF4-FFF2-40B4-BE49-F238E27FC236}">
                  <a16:creationId xmlns:a16="http://schemas.microsoft.com/office/drawing/2014/main" id="{8B830844-1DB6-4C46-1190-8B926A4505B5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780846"/>
              <a:ext cx="282128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rgbClr val="0070D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0" name="Straight Connector 3059">
              <a:extLst>
                <a:ext uri="{FF2B5EF4-FFF2-40B4-BE49-F238E27FC236}">
                  <a16:creationId xmlns:a16="http://schemas.microsoft.com/office/drawing/2014/main" id="{C1C32CBC-3EAD-FBBF-A635-7195A71A64E7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685596"/>
              <a:ext cx="210691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5" name="Straight Connector 3064">
              <a:extLst>
                <a:ext uri="{FF2B5EF4-FFF2-40B4-BE49-F238E27FC236}">
                  <a16:creationId xmlns:a16="http://schemas.microsoft.com/office/drawing/2014/main" id="{79774B98-0E85-4913-A33C-176F4B22F0E2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5903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3101" name="Group 3100">
              <a:extLst>
                <a:ext uri="{FF2B5EF4-FFF2-40B4-BE49-F238E27FC236}">
                  <a16:creationId xmlns:a16="http://schemas.microsoft.com/office/drawing/2014/main" id="{60E4861C-BDFD-F965-4227-B21A73A1EE41}"/>
                </a:ext>
              </a:extLst>
            </p:cNvPr>
            <p:cNvGrpSpPr/>
            <p:nvPr/>
          </p:nvGrpSpPr>
          <p:grpSpPr>
            <a:xfrm>
              <a:off x="9996013" y="4592223"/>
              <a:ext cx="123633" cy="123633"/>
              <a:chOff x="9990587" y="4585080"/>
              <a:chExt cx="123633" cy="123633"/>
            </a:xfrm>
          </p:grpSpPr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6F158225-FF5C-9810-602F-448C8E7D8A23}"/>
                  </a:ext>
                </a:extLst>
              </p:cNvPr>
              <p:cNvSpPr/>
              <p:nvPr/>
            </p:nvSpPr>
            <p:spPr>
              <a:xfrm>
                <a:off x="10001000" y="4585080"/>
                <a:ext cx="113220" cy="116403"/>
              </a:xfrm>
              <a:custGeom>
                <a:avLst/>
                <a:gdLst>
                  <a:gd name="csX0" fmla="*/ 10193 w 113220"/>
                  <a:gd name="csY0" fmla="*/ 0 h 116403"/>
                  <a:gd name="csX1" fmla="*/ 92614 w 113220"/>
                  <a:gd name="csY1" fmla="*/ 0 h 116403"/>
                  <a:gd name="csX2" fmla="*/ 113220 w 113220"/>
                  <a:gd name="csY2" fmla="*/ 20606 h 116403"/>
                  <a:gd name="csX3" fmla="*/ 113220 w 113220"/>
                  <a:gd name="csY3" fmla="*/ 103027 h 116403"/>
                  <a:gd name="csX4" fmla="*/ 107680 w 113220"/>
                  <a:gd name="csY4" fmla="*/ 116403 h 116403"/>
                  <a:gd name="csX5" fmla="*/ 47228 w 113220"/>
                  <a:gd name="csY5" fmla="*/ 75645 h 116403"/>
                  <a:gd name="csX6" fmla="*/ 789 w 113220"/>
                  <a:gd name="csY6" fmla="*/ 6766 h 116403"/>
                  <a:gd name="csX7" fmla="*/ 0 w 113220"/>
                  <a:gd name="csY7" fmla="*/ 4223 h 116403"/>
                  <a:gd name="csX8" fmla="*/ 10193 w 113220"/>
                  <a:gd name="csY8" fmla="*/ 0 h 1164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3220" h="116403">
                    <a:moveTo>
                      <a:pt x="10193" y="0"/>
                    </a:moveTo>
                    <a:lnTo>
                      <a:pt x="92614" y="0"/>
                    </a:lnTo>
                    <a:cubicBezTo>
                      <a:pt x="103994" y="0"/>
                      <a:pt x="113220" y="9226"/>
                      <a:pt x="113220" y="20606"/>
                    </a:cubicBezTo>
                    <a:lnTo>
                      <a:pt x="113220" y="103027"/>
                    </a:lnTo>
                    <a:lnTo>
                      <a:pt x="107680" y="116403"/>
                    </a:lnTo>
                    <a:lnTo>
                      <a:pt x="47228" y="75645"/>
                    </a:lnTo>
                    <a:cubicBezTo>
                      <a:pt x="27621" y="56038"/>
                      <a:pt x="11754" y="32691"/>
                      <a:pt x="789" y="6766"/>
                    </a:cubicBezTo>
                    <a:lnTo>
                      <a:pt x="0" y="4223"/>
                    </a:lnTo>
                    <a:lnTo>
                      <a:pt x="10193" y="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7DAB7923-522E-58EF-A86D-FBD6E757A910}"/>
                  </a:ext>
                </a:extLst>
              </p:cNvPr>
              <p:cNvSpPr/>
              <p:nvPr/>
            </p:nvSpPr>
            <p:spPr>
              <a:xfrm>
                <a:off x="9990587" y="4589303"/>
                <a:ext cx="118093" cy="119410"/>
              </a:xfrm>
              <a:custGeom>
                <a:avLst/>
                <a:gdLst>
                  <a:gd name="csX0" fmla="*/ 10413 w 118093"/>
                  <a:gd name="csY0" fmla="*/ 0 h 119410"/>
                  <a:gd name="csX1" fmla="*/ 11202 w 118093"/>
                  <a:gd name="csY1" fmla="*/ 2543 h 119410"/>
                  <a:gd name="csX2" fmla="*/ 57641 w 118093"/>
                  <a:gd name="csY2" fmla="*/ 71422 h 119410"/>
                  <a:gd name="csX3" fmla="*/ 118093 w 118093"/>
                  <a:gd name="csY3" fmla="*/ 112180 h 119410"/>
                  <a:gd name="csX4" fmla="*/ 117598 w 118093"/>
                  <a:gd name="csY4" fmla="*/ 113375 h 119410"/>
                  <a:gd name="csX5" fmla="*/ 103027 w 118093"/>
                  <a:gd name="csY5" fmla="*/ 119410 h 119410"/>
                  <a:gd name="csX6" fmla="*/ 20606 w 118093"/>
                  <a:gd name="csY6" fmla="*/ 119410 h 119410"/>
                  <a:gd name="csX7" fmla="*/ 0 w 118093"/>
                  <a:gd name="csY7" fmla="*/ 98804 h 119410"/>
                  <a:gd name="csX8" fmla="*/ 0 w 118093"/>
                  <a:gd name="csY8" fmla="*/ 16383 h 119410"/>
                  <a:gd name="csX9" fmla="*/ 6036 w 118093"/>
                  <a:gd name="csY9" fmla="*/ 1813 h 119410"/>
                  <a:gd name="csX10" fmla="*/ 10413 w 118093"/>
                  <a:gd name="csY10" fmla="*/ 0 h 1194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18093" h="119410">
                    <a:moveTo>
                      <a:pt x="10413" y="0"/>
                    </a:moveTo>
                    <a:lnTo>
                      <a:pt x="11202" y="2543"/>
                    </a:lnTo>
                    <a:cubicBezTo>
                      <a:pt x="22167" y="28468"/>
                      <a:pt x="38034" y="51815"/>
                      <a:pt x="57641" y="71422"/>
                    </a:cubicBezTo>
                    <a:lnTo>
                      <a:pt x="118093" y="112180"/>
                    </a:lnTo>
                    <a:lnTo>
                      <a:pt x="117598" y="113375"/>
                    </a:lnTo>
                    <a:cubicBezTo>
                      <a:pt x="113869" y="117104"/>
                      <a:pt x="108717" y="119410"/>
                      <a:pt x="103027" y="119410"/>
                    </a:cubicBezTo>
                    <a:lnTo>
                      <a:pt x="20606" y="119410"/>
                    </a:lnTo>
                    <a:cubicBezTo>
                      <a:pt x="9226" y="119410"/>
                      <a:pt x="0" y="110184"/>
                      <a:pt x="0" y="98804"/>
                    </a:cubicBezTo>
                    <a:lnTo>
                      <a:pt x="0" y="16383"/>
                    </a:lnTo>
                    <a:cubicBezTo>
                      <a:pt x="0" y="10693"/>
                      <a:pt x="2307" y="5542"/>
                      <a:pt x="6036" y="1813"/>
                    </a:cubicBezTo>
                    <a:lnTo>
                      <a:pt x="10413" y="0"/>
                    </a:lnTo>
                    <a:close/>
                  </a:path>
                </a:pathLst>
              </a:custGeom>
              <a:solidFill>
                <a:srgbClr val="B5BB42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862" name="Rectangle 2861">
            <a:extLst>
              <a:ext uri="{FF2B5EF4-FFF2-40B4-BE49-F238E27FC236}">
                <a16:creationId xmlns:a16="http://schemas.microsoft.com/office/drawing/2014/main" id="{01A7762B-BF40-3343-BD37-A32E93EE3967}"/>
              </a:ext>
            </a:extLst>
          </p:cNvPr>
          <p:cNvSpPr/>
          <p:nvPr/>
        </p:nvSpPr>
        <p:spPr>
          <a:xfrm>
            <a:off x="10751959" y="2249310"/>
            <a:ext cx="8490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Oxidation flow reactor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275" name="Rectangle 3274">
            <a:extLst>
              <a:ext uri="{FF2B5EF4-FFF2-40B4-BE49-F238E27FC236}">
                <a16:creationId xmlns:a16="http://schemas.microsoft.com/office/drawing/2014/main" id="{45BA7229-BBF4-FA9E-714D-9B07EF234251}"/>
              </a:ext>
            </a:extLst>
          </p:cNvPr>
          <p:cNvSpPr/>
          <p:nvPr/>
        </p:nvSpPr>
        <p:spPr>
          <a:xfrm>
            <a:off x="4094532" y="5258316"/>
            <a:ext cx="143753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Bipolar mass spectrometer VOCUS</a:t>
            </a:r>
          </a:p>
        </p:txBody>
      </p:sp>
      <p:grpSp>
        <p:nvGrpSpPr>
          <p:cNvPr id="3332" name="Group 3331">
            <a:extLst>
              <a:ext uri="{FF2B5EF4-FFF2-40B4-BE49-F238E27FC236}">
                <a16:creationId xmlns:a16="http://schemas.microsoft.com/office/drawing/2014/main" id="{4534736A-6F4A-4C5A-56FF-22B7835346B6}"/>
              </a:ext>
            </a:extLst>
          </p:cNvPr>
          <p:cNvGrpSpPr/>
          <p:nvPr/>
        </p:nvGrpSpPr>
        <p:grpSpPr>
          <a:xfrm>
            <a:off x="4278054" y="3263074"/>
            <a:ext cx="1070492" cy="1965598"/>
            <a:chOff x="3529382" y="3263074"/>
            <a:chExt cx="1070492" cy="1965598"/>
          </a:xfrm>
        </p:grpSpPr>
        <p:grpSp>
          <p:nvGrpSpPr>
            <p:cNvPr id="3306" name="Group 3305">
              <a:extLst>
                <a:ext uri="{FF2B5EF4-FFF2-40B4-BE49-F238E27FC236}">
                  <a16:creationId xmlns:a16="http://schemas.microsoft.com/office/drawing/2014/main" id="{D5ACDFF0-9255-5ACA-8BB0-7FA7CE55452F}"/>
                </a:ext>
              </a:extLst>
            </p:cNvPr>
            <p:cNvGrpSpPr/>
            <p:nvPr/>
          </p:nvGrpSpPr>
          <p:grpSpPr>
            <a:xfrm>
              <a:off x="4511250" y="5105906"/>
              <a:ext cx="88624" cy="122766"/>
              <a:chOff x="4458098" y="5105906"/>
              <a:chExt cx="88624" cy="122766"/>
            </a:xfrm>
          </p:grpSpPr>
          <p:sp>
            <p:nvSpPr>
              <p:cNvPr id="3307" name="Oval 3306">
                <a:extLst>
                  <a:ext uri="{FF2B5EF4-FFF2-40B4-BE49-F238E27FC236}">
                    <a16:creationId xmlns:a16="http://schemas.microsoft.com/office/drawing/2014/main" id="{B6445089-7C25-F83D-5E63-5979C647473C}"/>
                  </a:ext>
                </a:extLst>
              </p:cNvPr>
              <p:cNvSpPr/>
              <p:nvPr/>
            </p:nvSpPr>
            <p:spPr>
              <a:xfrm>
                <a:off x="4465501" y="5182953"/>
                <a:ext cx="73819" cy="45719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308" name="Rectangle: Rounded Corners 3307">
                <a:extLst>
                  <a:ext uri="{FF2B5EF4-FFF2-40B4-BE49-F238E27FC236}">
                    <a16:creationId xmlns:a16="http://schemas.microsoft.com/office/drawing/2014/main" id="{9FD19F5A-1D99-0397-2560-9E990E3A5FE5}"/>
                  </a:ext>
                </a:extLst>
              </p:cNvPr>
              <p:cNvSpPr/>
              <p:nvPr/>
            </p:nvSpPr>
            <p:spPr>
              <a:xfrm>
                <a:off x="4458098" y="5105906"/>
                <a:ext cx="88624" cy="101888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302" name="Oval 3301">
              <a:extLst>
                <a:ext uri="{FF2B5EF4-FFF2-40B4-BE49-F238E27FC236}">
                  <a16:creationId xmlns:a16="http://schemas.microsoft.com/office/drawing/2014/main" id="{D2AA2779-E633-2AC2-01AE-D9730FA487F1}"/>
                </a:ext>
              </a:extLst>
            </p:cNvPr>
            <p:cNvSpPr/>
            <p:nvPr/>
          </p:nvSpPr>
          <p:spPr>
            <a:xfrm>
              <a:off x="3536785" y="5182953"/>
              <a:ext cx="73819" cy="4571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7" name="Rectangle: Rounded Corners 3266">
              <a:extLst>
                <a:ext uri="{FF2B5EF4-FFF2-40B4-BE49-F238E27FC236}">
                  <a16:creationId xmlns:a16="http://schemas.microsoft.com/office/drawing/2014/main" id="{9ABFA640-3183-8A63-0677-434B6CC71FAD}"/>
                </a:ext>
              </a:extLst>
            </p:cNvPr>
            <p:cNvSpPr/>
            <p:nvPr/>
          </p:nvSpPr>
          <p:spPr>
            <a:xfrm>
              <a:off x="3529382" y="5105906"/>
              <a:ext cx="88624" cy="101888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65" name="Rectangle: Rounded Corners 3164">
              <a:extLst>
                <a:ext uri="{FF2B5EF4-FFF2-40B4-BE49-F238E27FC236}">
                  <a16:creationId xmlns:a16="http://schemas.microsoft.com/office/drawing/2014/main" id="{9097D5EE-71DB-9413-0798-49BE9AECC690}"/>
                </a:ext>
              </a:extLst>
            </p:cNvPr>
            <p:cNvSpPr/>
            <p:nvPr/>
          </p:nvSpPr>
          <p:spPr>
            <a:xfrm>
              <a:off x="3610976" y="3303106"/>
              <a:ext cx="901493" cy="1803923"/>
            </a:xfrm>
            <a:prstGeom prst="roundRect">
              <a:avLst>
                <a:gd name="adj" fmla="val 3485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solidFill>
                  <a:schemeClr val="lt1"/>
                </a:solidFill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245" name="Rectangle 3244">
              <a:extLst>
                <a:ext uri="{FF2B5EF4-FFF2-40B4-BE49-F238E27FC236}">
                  <a16:creationId xmlns:a16="http://schemas.microsoft.com/office/drawing/2014/main" id="{E49B6E76-CAF3-9F91-C8F3-706836FD902F}"/>
                </a:ext>
              </a:extLst>
            </p:cNvPr>
            <p:cNvSpPr/>
            <p:nvPr/>
          </p:nvSpPr>
          <p:spPr>
            <a:xfrm>
              <a:off x="3583735" y="3704035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73" name="Freeform: Shape 3172">
              <a:extLst>
                <a:ext uri="{FF2B5EF4-FFF2-40B4-BE49-F238E27FC236}">
                  <a16:creationId xmlns:a16="http://schemas.microsoft.com/office/drawing/2014/main" id="{522C79D2-CE6B-AC10-AE8A-359763D19FDF}"/>
                </a:ext>
              </a:extLst>
            </p:cNvPr>
            <p:cNvSpPr/>
            <p:nvPr/>
          </p:nvSpPr>
          <p:spPr>
            <a:xfrm>
              <a:off x="3603256" y="3906801"/>
              <a:ext cx="924294" cy="285829"/>
            </a:xfrm>
            <a:custGeom>
              <a:avLst/>
              <a:gdLst>
                <a:gd name="csX0" fmla="*/ 0 w 1035050"/>
                <a:gd name="csY0" fmla="*/ 320079 h 320079"/>
                <a:gd name="csX1" fmla="*/ 400050 w 1035050"/>
                <a:gd name="csY1" fmla="*/ 231179 h 320079"/>
                <a:gd name="csX2" fmla="*/ 700617 w 1035050"/>
                <a:gd name="csY2" fmla="*/ 17396 h 320079"/>
                <a:gd name="csX3" fmla="*/ 1035050 w 1035050"/>
                <a:gd name="csY3" fmla="*/ 27979 h 320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35050" h="320079">
                  <a:moveTo>
                    <a:pt x="0" y="320079"/>
                  </a:moveTo>
                  <a:cubicBezTo>
                    <a:pt x="141640" y="300852"/>
                    <a:pt x="283281" y="281626"/>
                    <a:pt x="400050" y="231179"/>
                  </a:cubicBezTo>
                  <a:cubicBezTo>
                    <a:pt x="516819" y="180732"/>
                    <a:pt x="594784" y="51263"/>
                    <a:pt x="700617" y="17396"/>
                  </a:cubicBezTo>
                  <a:cubicBezTo>
                    <a:pt x="806450" y="-16471"/>
                    <a:pt x="920750" y="5754"/>
                    <a:pt x="1035050" y="27979"/>
                  </a:cubicBezTo>
                </a:path>
              </a:pathLst>
            </a:custGeom>
            <a:noFill/>
            <a:ln w="15875" cap="rnd">
              <a:solidFill>
                <a:srgbClr val="F6B803"/>
              </a:solidFill>
              <a:prstDash val="solid"/>
              <a:round/>
            </a:ln>
          </p:spPr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9" name="Rectangle 3158">
              <a:extLst>
                <a:ext uri="{FF2B5EF4-FFF2-40B4-BE49-F238E27FC236}">
                  <a16:creationId xmlns:a16="http://schemas.microsoft.com/office/drawing/2014/main" id="{AF026752-B8D7-20D9-2F5B-5700D4BC7162}"/>
                </a:ext>
              </a:extLst>
            </p:cNvPr>
            <p:cNvSpPr>
              <a:spLocks/>
            </p:cNvSpPr>
            <p:nvPr/>
          </p:nvSpPr>
          <p:spPr>
            <a:xfrm>
              <a:off x="3583735" y="5109375"/>
              <a:ext cx="953042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8" name="Rectangle 3107">
              <a:extLst>
                <a:ext uri="{FF2B5EF4-FFF2-40B4-BE49-F238E27FC236}">
                  <a16:creationId xmlns:a16="http://schemas.microsoft.com/office/drawing/2014/main" id="{ADFBA96A-88DE-1B7F-751D-37917D041932}"/>
                </a:ext>
              </a:extLst>
            </p:cNvPr>
            <p:cNvSpPr/>
            <p:nvPr/>
          </p:nvSpPr>
          <p:spPr>
            <a:xfrm>
              <a:off x="4497257" y="333039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9" name="Rectangle 3108">
              <a:extLst>
                <a:ext uri="{FF2B5EF4-FFF2-40B4-BE49-F238E27FC236}">
                  <a16:creationId xmlns:a16="http://schemas.microsoft.com/office/drawing/2014/main" id="{CAAC9351-32FF-402E-8D6D-FF79B28B0E88}"/>
                </a:ext>
              </a:extLst>
            </p:cNvPr>
            <p:cNvSpPr/>
            <p:nvPr/>
          </p:nvSpPr>
          <p:spPr>
            <a:xfrm>
              <a:off x="3583735" y="333139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0" name="Rectangle 3109">
              <a:extLst>
                <a:ext uri="{FF2B5EF4-FFF2-40B4-BE49-F238E27FC236}">
                  <a16:creationId xmlns:a16="http://schemas.microsoft.com/office/drawing/2014/main" id="{9DCD6E6B-45A5-A039-058C-A548081B69D9}"/>
                </a:ext>
              </a:extLst>
            </p:cNvPr>
            <p:cNvSpPr/>
            <p:nvPr/>
          </p:nvSpPr>
          <p:spPr>
            <a:xfrm>
              <a:off x="3583735" y="3284934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3" name="Rectangle 3112">
              <a:extLst>
                <a:ext uri="{FF2B5EF4-FFF2-40B4-BE49-F238E27FC236}">
                  <a16:creationId xmlns:a16="http://schemas.microsoft.com/office/drawing/2014/main" id="{AC53A888-625B-A133-097D-4F3D1254E3F0}"/>
                </a:ext>
              </a:extLst>
            </p:cNvPr>
            <p:cNvSpPr/>
            <p:nvPr/>
          </p:nvSpPr>
          <p:spPr>
            <a:xfrm>
              <a:off x="4496209" y="328493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20" name="Rectangle: Rounded Corners 3119">
              <a:extLst>
                <a:ext uri="{FF2B5EF4-FFF2-40B4-BE49-F238E27FC236}">
                  <a16:creationId xmlns:a16="http://schemas.microsoft.com/office/drawing/2014/main" id="{640CE64B-67F4-19C5-9543-9D7278B6C36D}"/>
                </a:ext>
              </a:extLst>
            </p:cNvPr>
            <p:cNvSpPr/>
            <p:nvPr/>
          </p:nvSpPr>
          <p:spPr>
            <a:xfrm>
              <a:off x="3571689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1" name="Rectangle: Rounded Corners 3120">
              <a:extLst>
                <a:ext uri="{FF2B5EF4-FFF2-40B4-BE49-F238E27FC236}">
                  <a16:creationId xmlns:a16="http://schemas.microsoft.com/office/drawing/2014/main" id="{596D120B-2C3E-2890-2D3C-CF9C96706ADD}"/>
                </a:ext>
              </a:extLst>
            </p:cNvPr>
            <p:cNvSpPr/>
            <p:nvPr/>
          </p:nvSpPr>
          <p:spPr>
            <a:xfrm>
              <a:off x="4476566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2" name="Rectangle: Rounded Corners 3121">
              <a:extLst>
                <a:ext uri="{FF2B5EF4-FFF2-40B4-BE49-F238E27FC236}">
                  <a16:creationId xmlns:a16="http://schemas.microsoft.com/office/drawing/2014/main" id="{4A28F67B-EADB-596F-2EDF-B0850899A37E}"/>
                </a:ext>
              </a:extLst>
            </p:cNvPr>
            <p:cNvSpPr/>
            <p:nvPr/>
          </p:nvSpPr>
          <p:spPr>
            <a:xfrm>
              <a:off x="3571688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23" name="Rectangle: Rounded Corners 3122">
              <a:extLst>
                <a:ext uri="{FF2B5EF4-FFF2-40B4-BE49-F238E27FC236}">
                  <a16:creationId xmlns:a16="http://schemas.microsoft.com/office/drawing/2014/main" id="{A081FB53-5F1A-8081-65AC-F27D5EB5E66E}"/>
                </a:ext>
              </a:extLst>
            </p:cNvPr>
            <p:cNvSpPr/>
            <p:nvPr/>
          </p:nvSpPr>
          <p:spPr>
            <a:xfrm>
              <a:off x="4476565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3170" name="Group 3169">
              <a:extLst>
                <a:ext uri="{FF2B5EF4-FFF2-40B4-BE49-F238E27FC236}">
                  <a16:creationId xmlns:a16="http://schemas.microsoft.com/office/drawing/2014/main" id="{D807ABA3-254A-B75B-548C-DC67EC04F2D3}"/>
                </a:ext>
              </a:extLst>
            </p:cNvPr>
            <p:cNvGrpSpPr/>
            <p:nvPr/>
          </p:nvGrpSpPr>
          <p:grpSpPr>
            <a:xfrm>
              <a:off x="4212219" y="4306292"/>
              <a:ext cx="171029" cy="171029"/>
              <a:chOff x="2531533" y="5668433"/>
              <a:chExt cx="220134" cy="220134"/>
            </a:xfrm>
          </p:grpSpPr>
          <p:sp>
            <p:nvSpPr>
              <p:cNvPr id="3166" name="Oval 3165">
                <a:extLst>
                  <a:ext uri="{FF2B5EF4-FFF2-40B4-BE49-F238E27FC236}">
                    <a16:creationId xmlns:a16="http://schemas.microsoft.com/office/drawing/2014/main" id="{CDD8239A-0F42-E479-B1E4-9911EA49E537}"/>
                  </a:ext>
                </a:extLst>
              </p:cNvPr>
              <p:cNvSpPr/>
              <p:nvPr/>
            </p:nvSpPr>
            <p:spPr>
              <a:xfrm>
                <a:off x="2531533" y="5668433"/>
                <a:ext cx="220134" cy="220134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69" name="Oval 3168">
                <a:extLst>
                  <a:ext uri="{FF2B5EF4-FFF2-40B4-BE49-F238E27FC236}">
                    <a16:creationId xmlns:a16="http://schemas.microsoft.com/office/drawing/2014/main" id="{CC3627CA-1B01-3BA3-0E61-0DD36AB04080}"/>
                  </a:ext>
                </a:extLst>
              </p:cNvPr>
              <p:cNvSpPr/>
              <p:nvPr/>
            </p:nvSpPr>
            <p:spPr>
              <a:xfrm>
                <a:off x="2617788" y="5754689"/>
                <a:ext cx="47624" cy="47622"/>
              </a:xfrm>
              <a:prstGeom prst="ellipse">
                <a:avLst/>
              </a:pr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</p:grpSp>
        <p:cxnSp>
          <p:nvCxnSpPr>
            <p:cNvPr id="3172" name="Straight Connector 3171">
              <a:extLst>
                <a:ext uri="{FF2B5EF4-FFF2-40B4-BE49-F238E27FC236}">
                  <a16:creationId xmlns:a16="http://schemas.microsoft.com/office/drawing/2014/main" id="{5E549C11-E977-46A6-862D-8A0F37336311}"/>
                </a:ext>
              </a:extLst>
            </p:cNvPr>
            <p:cNvCxnSpPr>
              <a:cxnSpLocks/>
            </p:cNvCxnSpPr>
            <p:nvPr/>
          </p:nvCxnSpPr>
          <p:spPr>
            <a:xfrm>
              <a:off x="4242121" y="4049595"/>
              <a:ext cx="139379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grpSp>
          <p:nvGrpSpPr>
            <p:cNvPr id="3244" name="Group 3243">
              <a:extLst>
                <a:ext uri="{FF2B5EF4-FFF2-40B4-BE49-F238E27FC236}">
                  <a16:creationId xmlns:a16="http://schemas.microsoft.com/office/drawing/2014/main" id="{86A0ED46-DEAB-AFE3-7323-441CA11EC104}"/>
                </a:ext>
              </a:extLst>
            </p:cNvPr>
            <p:cNvGrpSpPr/>
            <p:nvPr/>
          </p:nvGrpSpPr>
          <p:grpSpPr>
            <a:xfrm>
              <a:off x="3740639" y="4908112"/>
              <a:ext cx="659148" cy="133019"/>
              <a:chOff x="2107152" y="6637924"/>
              <a:chExt cx="753155" cy="151992"/>
            </a:xfrm>
          </p:grpSpPr>
          <p:grpSp>
            <p:nvGrpSpPr>
              <p:cNvPr id="3242" name="Group 3241">
                <a:extLst>
                  <a:ext uri="{FF2B5EF4-FFF2-40B4-BE49-F238E27FC236}">
                    <a16:creationId xmlns:a16="http://schemas.microsoft.com/office/drawing/2014/main" id="{67B1C64B-FE6E-C709-A715-DE725EF7DA4D}"/>
                  </a:ext>
                </a:extLst>
              </p:cNvPr>
              <p:cNvGrpSpPr/>
              <p:nvPr/>
            </p:nvGrpSpPr>
            <p:grpSpPr>
              <a:xfrm>
                <a:off x="2107152" y="6637924"/>
                <a:ext cx="753155" cy="26605"/>
                <a:chOff x="4272953" y="5598115"/>
                <a:chExt cx="753115" cy="26605"/>
              </a:xfrm>
            </p:grpSpPr>
            <p:sp>
              <p:nvSpPr>
                <p:cNvPr id="3179" name="Oval 3178">
                  <a:extLst>
                    <a:ext uri="{FF2B5EF4-FFF2-40B4-BE49-F238E27FC236}">
                      <a16:creationId xmlns:a16="http://schemas.microsoft.com/office/drawing/2014/main" id="{26DDFA1E-95C5-651D-76B3-2D944E6F8E6A}"/>
                    </a:ext>
                  </a:extLst>
                </p:cNvPr>
                <p:cNvSpPr/>
                <p:nvPr/>
              </p:nvSpPr>
              <p:spPr>
                <a:xfrm>
                  <a:off x="427295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0" name="Oval 3179">
                  <a:extLst>
                    <a:ext uri="{FF2B5EF4-FFF2-40B4-BE49-F238E27FC236}">
                      <a16:creationId xmlns:a16="http://schemas.microsoft.com/office/drawing/2014/main" id="{0533413B-F642-5A31-5043-E05FF2C30C12}"/>
                    </a:ext>
                  </a:extLst>
                </p:cNvPr>
                <p:cNvSpPr/>
                <p:nvPr/>
              </p:nvSpPr>
              <p:spPr>
                <a:xfrm>
                  <a:off x="433350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1" name="Oval 3180">
                  <a:extLst>
                    <a:ext uri="{FF2B5EF4-FFF2-40B4-BE49-F238E27FC236}">
                      <a16:creationId xmlns:a16="http://schemas.microsoft.com/office/drawing/2014/main" id="{07FDE082-9E94-3911-3D5B-4469E5F6F067}"/>
                    </a:ext>
                  </a:extLst>
                </p:cNvPr>
                <p:cNvSpPr/>
                <p:nvPr/>
              </p:nvSpPr>
              <p:spPr>
                <a:xfrm>
                  <a:off x="4394046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4" name="Oval 3183">
                  <a:extLst>
                    <a:ext uri="{FF2B5EF4-FFF2-40B4-BE49-F238E27FC236}">
                      <a16:creationId xmlns:a16="http://schemas.microsoft.com/office/drawing/2014/main" id="{BB53F53A-7EEA-442A-7572-BF7D023F1DE0}"/>
                    </a:ext>
                  </a:extLst>
                </p:cNvPr>
                <p:cNvSpPr/>
                <p:nvPr/>
              </p:nvSpPr>
              <p:spPr>
                <a:xfrm>
                  <a:off x="445459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5" name="Oval 3184">
                  <a:extLst>
                    <a:ext uri="{FF2B5EF4-FFF2-40B4-BE49-F238E27FC236}">
                      <a16:creationId xmlns:a16="http://schemas.microsoft.com/office/drawing/2014/main" id="{9BC1380D-89E4-93FC-770C-10F373F62893}"/>
                    </a:ext>
                  </a:extLst>
                </p:cNvPr>
                <p:cNvSpPr/>
                <p:nvPr/>
              </p:nvSpPr>
              <p:spPr>
                <a:xfrm>
                  <a:off x="4515139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8" name="Oval 3187">
                  <a:extLst>
                    <a:ext uri="{FF2B5EF4-FFF2-40B4-BE49-F238E27FC236}">
                      <a16:creationId xmlns:a16="http://schemas.microsoft.com/office/drawing/2014/main" id="{BD3813D6-BD27-E57E-7974-BCE49B38F9D7}"/>
                    </a:ext>
                  </a:extLst>
                </p:cNvPr>
                <p:cNvSpPr/>
                <p:nvPr/>
              </p:nvSpPr>
              <p:spPr>
                <a:xfrm>
                  <a:off x="457568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9" name="Oval 3188">
                  <a:extLst>
                    <a:ext uri="{FF2B5EF4-FFF2-40B4-BE49-F238E27FC236}">
                      <a16:creationId xmlns:a16="http://schemas.microsoft.com/office/drawing/2014/main" id="{4131FE12-9FCF-DCE6-316F-742426628EC0}"/>
                    </a:ext>
                  </a:extLst>
                </p:cNvPr>
                <p:cNvSpPr/>
                <p:nvPr/>
              </p:nvSpPr>
              <p:spPr>
                <a:xfrm>
                  <a:off x="463622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2" name="Oval 3191">
                  <a:extLst>
                    <a:ext uri="{FF2B5EF4-FFF2-40B4-BE49-F238E27FC236}">
                      <a16:creationId xmlns:a16="http://schemas.microsoft.com/office/drawing/2014/main" id="{3710ECCC-252A-F5E3-BFC6-4C1FF11B3A0C}"/>
                    </a:ext>
                  </a:extLst>
                </p:cNvPr>
                <p:cNvSpPr/>
                <p:nvPr/>
              </p:nvSpPr>
              <p:spPr>
                <a:xfrm>
                  <a:off x="469676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3" name="Oval 3192">
                  <a:extLst>
                    <a:ext uri="{FF2B5EF4-FFF2-40B4-BE49-F238E27FC236}">
                      <a16:creationId xmlns:a16="http://schemas.microsoft.com/office/drawing/2014/main" id="{0B9EB27F-C008-C57D-9D25-8C51E55CCE1C}"/>
                    </a:ext>
                  </a:extLst>
                </p:cNvPr>
                <p:cNvSpPr/>
                <p:nvPr/>
              </p:nvSpPr>
              <p:spPr>
                <a:xfrm>
                  <a:off x="4757305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6" name="Oval 3195">
                  <a:extLst>
                    <a:ext uri="{FF2B5EF4-FFF2-40B4-BE49-F238E27FC236}">
                      <a16:creationId xmlns:a16="http://schemas.microsoft.com/office/drawing/2014/main" id="{7707E76B-A6CB-7F63-D042-19BFF41DB10C}"/>
                    </a:ext>
                  </a:extLst>
                </p:cNvPr>
                <p:cNvSpPr/>
                <p:nvPr/>
              </p:nvSpPr>
              <p:spPr>
                <a:xfrm>
                  <a:off x="4817860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7" name="Oval 3196">
                  <a:extLst>
                    <a:ext uri="{FF2B5EF4-FFF2-40B4-BE49-F238E27FC236}">
                      <a16:creationId xmlns:a16="http://schemas.microsoft.com/office/drawing/2014/main" id="{E637CD61-9E4E-B63A-5C24-632B6F6E9AA4}"/>
                    </a:ext>
                  </a:extLst>
                </p:cNvPr>
                <p:cNvSpPr/>
                <p:nvPr/>
              </p:nvSpPr>
              <p:spPr>
                <a:xfrm>
                  <a:off x="487841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0" name="Oval 3199">
                  <a:extLst>
                    <a:ext uri="{FF2B5EF4-FFF2-40B4-BE49-F238E27FC236}">
                      <a16:creationId xmlns:a16="http://schemas.microsoft.com/office/drawing/2014/main" id="{7E00B732-C98F-1836-6DB1-2E371D8770C5}"/>
                    </a:ext>
                  </a:extLst>
                </p:cNvPr>
                <p:cNvSpPr/>
                <p:nvPr/>
              </p:nvSpPr>
              <p:spPr>
                <a:xfrm>
                  <a:off x="4938938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1" name="Oval 3200">
                  <a:extLst>
                    <a:ext uri="{FF2B5EF4-FFF2-40B4-BE49-F238E27FC236}">
                      <a16:creationId xmlns:a16="http://schemas.microsoft.com/office/drawing/2014/main" id="{ECDAFB12-AA9E-D820-929A-E2F2BD64C5FB}"/>
                    </a:ext>
                  </a:extLst>
                </p:cNvPr>
                <p:cNvSpPr/>
                <p:nvPr/>
              </p:nvSpPr>
              <p:spPr>
                <a:xfrm>
                  <a:off x="499946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1" name="Group 3240">
                <a:extLst>
                  <a:ext uri="{FF2B5EF4-FFF2-40B4-BE49-F238E27FC236}">
                    <a16:creationId xmlns:a16="http://schemas.microsoft.com/office/drawing/2014/main" id="{D4724B8E-18E5-3129-53EC-3075323F88E2}"/>
                  </a:ext>
                </a:extLst>
              </p:cNvPr>
              <p:cNvGrpSpPr/>
              <p:nvPr/>
            </p:nvGrpSpPr>
            <p:grpSpPr>
              <a:xfrm>
                <a:off x="2107152" y="6700595"/>
                <a:ext cx="753155" cy="26605"/>
                <a:chOff x="4272953" y="5664790"/>
                <a:chExt cx="753115" cy="26605"/>
              </a:xfrm>
            </p:grpSpPr>
            <p:sp>
              <p:nvSpPr>
                <p:cNvPr id="3215" name="Oval 3214">
                  <a:extLst>
                    <a:ext uri="{FF2B5EF4-FFF2-40B4-BE49-F238E27FC236}">
                      <a16:creationId xmlns:a16="http://schemas.microsoft.com/office/drawing/2014/main" id="{E178A63C-C145-BDB8-B49A-E972392C2B8A}"/>
                    </a:ext>
                  </a:extLst>
                </p:cNvPr>
                <p:cNvSpPr/>
                <p:nvPr/>
              </p:nvSpPr>
              <p:spPr>
                <a:xfrm>
                  <a:off x="427295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6" name="Oval 3215">
                  <a:extLst>
                    <a:ext uri="{FF2B5EF4-FFF2-40B4-BE49-F238E27FC236}">
                      <a16:creationId xmlns:a16="http://schemas.microsoft.com/office/drawing/2014/main" id="{C0F0E095-FF0A-B19E-F08B-F3770BF13239}"/>
                    </a:ext>
                  </a:extLst>
                </p:cNvPr>
                <p:cNvSpPr/>
                <p:nvPr/>
              </p:nvSpPr>
              <p:spPr>
                <a:xfrm>
                  <a:off x="433350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7" name="Oval 3216">
                  <a:extLst>
                    <a:ext uri="{FF2B5EF4-FFF2-40B4-BE49-F238E27FC236}">
                      <a16:creationId xmlns:a16="http://schemas.microsoft.com/office/drawing/2014/main" id="{18AD373B-B189-0A95-DCA0-63A69CA31E97}"/>
                    </a:ext>
                  </a:extLst>
                </p:cNvPr>
                <p:cNvSpPr/>
                <p:nvPr/>
              </p:nvSpPr>
              <p:spPr>
                <a:xfrm>
                  <a:off x="4394046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8" name="Oval 3217">
                  <a:extLst>
                    <a:ext uri="{FF2B5EF4-FFF2-40B4-BE49-F238E27FC236}">
                      <a16:creationId xmlns:a16="http://schemas.microsoft.com/office/drawing/2014/main" id="{7FF91390-1296-CDAD-F778-6627334773AA}"/>
                    </a:ext>
                  </a:extLst>
                </p:cNvPr>
                <p:cNvSpPr/>
                <p:nvPr/>
              </p:nvSpPr>
              <p:spPr>
                <a:xfrm>
                  <a:off x="445459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9" name="Oval 3218">
                  <a:extLst>
                    <a:ext uri="{FF2B5EF4-FFF2-40B4-BE49-F238E27FC236}">
                      <a16:creationId xmlns:a16="http://schemas.microsoft.com/office/drawing/2014/main" id="{D976A1FE-0EC2-F1E9-AFFD-A6937E6F5E0B}"/>
                    </a:ext>
                  </a:extLst>
                </p:cNvPr>
                <p:cNvSpPr/>
                <p:nvPr/>
              </p:nvSpPr>
              <p:spPr>
                <a:xfrm>
                  <a:off x="4515139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0" name="Oval 3219">
                  <a:extLst>
                    <a:ext uri="{FF2B5EF4-FFF2-40B4-BE49-F238E27FC236}">
                      <a16:creationId xmlns:a16="http://schemas.microsoft.com/office/drawing/2014/main" id="{D83DF321-329E-3A89-236E-093B77E14B37}"/>
                    </a:ext>
                  </a:extLst>
                </p:cNvPr>
                <p:cNvSpPr/>
                <p:nvPr/>
              </p:nvSpPr>
              <p:spPr>
                <a:xfrm>
                  <a:off x="457568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1" name="Oval 3220">
                  <a:extLst>
                    <a:ext uri="{FF2B5EF4-FFF2-40B4-BE49-F238E27FC236}">
                      <a16:creationId xmlns:a16="http://schemas.microsoft.com/office/drawing/2014/main" id="{1D36678B-B9B9-A46A-80F0-9F824A3FD09E}"/>
                    </a:ext>
                  </a:extLst>
                </p:cNvPr>
                <p:cNvSpPr/>
                <p:nvPr/>
              </p:nvSpPr>
              <p:spPr>
                <a:xfrm>
                  <a:off x="463622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2" name="Oval 3221">
                  <a:extLst>
                    <a:ext uri="{FF2B5EF4-FFF2-40B4-BE49-F238E27FC236}">
                      <a16:creationId xmlns:a16="http://schemas.microsoft.com/office/drawing/2014/main" id="{167D5A83-6D25-D00A-52AE-FD200F02A024}"/>
                    </a:ext>
                  </a:extLst>
                </p:cNvPr>
                <p:cNvSpPr/>
                <p:nvPr/>
              </p:nvSpPr>
              <p:spPr>
                <a:xfrm>
                  <a:off x="469676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3" name="Oval 3222">
                  <a:extLst>
                    <a:ext uri="{FF2B5EF4-FFF2-40B4-BE49-F238E27FC236}">
                      <a16:creationId xmlns:a16="http://schemas.microsoft.com/office/drawing/2014/main" id="{EEC59F09-C972-E5F7-B7AC-AF4713F24198}"/>
                    </a:ext>
                  </a:extLst>
                </p:cNvPr>
                <p:cNvSpPr/>
                <p:nvPr/>
              </p:nvSpPr>
              <p:spPr>
                <a:xfrm>
                  <a:off x="4757305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4" name="Oval 3223">
                  <a:extLst>
                    <a:ext uri="{FF2B5EF4-FFF2-40B4-BE49-F238E27FC236}">
                      <a16:creationId xmlns:a16="http://schemas.microsoft.com/office/drawing/2014/main" id="{95D92DBB-0141-4FF4-068E-7B05737A706F}"/>
                    </a:ext>
                  </a:extLst>
                </p:cNvPr>
                <p:cNvSpPr/>
                <p:nvPr/>
              </p:nvSpPr>
              <p:spPr>
                <a:xfrm>
                  <a:off x="4817860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5" name="Oval 3224">
                  <a:extLst>
                    <a:ext uri="{FF2B5EF4-FFF2-40B4-BE49-F238E27FC236}">
                      <a16:creationId xmlns:a16="http://schemas.microsoft.com/office/drawing/2014/main" id="{FCF29E7E-862F-3FDC-49C4-0B2E81C143C8}"/>
                    </a:ext>
                  </a:extLst>
                </p:cNvPr>
                <p:cNvSpPr/>
                <p:nvPr/>
              </p:nvSpPr>
              <p:spPr>
                <a:xfrm>
                  <a:off x="487841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6" name="Oval 3225">
                  <a:extLst>
                    <a:ext uri="{FF2B5EF4-FFF2-40B4-BE49-F238E27FC236}">
                      <a16:creationId xmlns:a16="http://schemas.microsoft.com/office/drawing/2014/main" id="{05DAFD8D-7C50-9BA6-2CFE-0A47715DAAE6}"/>
                    </a:ext>
                  </a:extLst>
                </p:cNvPr>
                <p:cNvSpPr/>
                <p:nvPr/>
              </p:nvSpPr>
              <p:spPr>
                <a:xfrm>
                  <a:off x="4938938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7" name="Oval 3226">
                  <a:extLst>
                    <a:ext uri="{FF2B5EF4-FFF2-40B4-BE49-F238E27FC236}">
                      <a16:creationId xmlns:a16="http://schemas.microsoft.com/office/drawing/2014/main" id="{65F670CF-7654-8A4D-AFCF-27F2E52A857F}"/>
                    </a:ext>
                  </a:extLst>
                </p:cNvPr>
                <p:cNvSpPr/>
                <p:nvPr/>
              </p:nvSpPr>
              <p:spPr>
                <a:xfrm>
                  <a:off x="499946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3" name="Group 3242">
                <a:extLst>
                  <a:ext uri="{FF2B5EF4-FFF2-40B4-BE49-F238E27FC236}">
                    <a16:creationId xmlns:a16="http://schemas.microsoft.com/office/drawing/2014/main" id="{7A324191-BEB1-781E-DB42-1A4419546981}"/>
                  </a:ext>
                </a:extLst>
              </p:cNvPr>
              <p:cNvGrpSpPr/>
              <p:nvPr/>
            </p:nvGrpSpPr>
            <p:grpSpPr>
              <a:xfrm>
                <a:off x="2107152" y="6763311"/>
                <a:ext cx="753155" cy="26605"/>
                <a:chOff x="4272953" y="5723528"/>
                <a:chExt cx="753115" cy="26605"/>
              </a:xfrm>
            </p:grpSpPr>
            <p:sp>
              <p:nvSpPr>
                <p:cNvPr id="3228" name="Oval 3227">
                  <a:extLst>
                    <a:ext uri="{FF2B5EF4-FFF2-40B4-BE49-F238E27FC236}">
                      <a16:creationId xmlns:a16="http://schemas.microsoft.com/office/drawing/2014/main" id="{7443CB9A-894C-F20D-55AB-C1DFBF7C8EF5}"/>
                    </a:ext>
                  </a:extLst>
                </p:cNvPr>
                <p:cNvSpPr/>
                <p:nvPr/>
              </p:nvSpPr>
              <p:spPr>
                <a:xfrm>
                  <a:off x="427295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9" name="Oval 3228">
                  <a:extLst>
                    <a:ext uri="{FF2B5EF4-FFF2-40B4-BE49-F238E27FC236}">
                      <a16:creationId xmlns:a16="http://schemas.microsoft.com/office/drawing/2014/main" id="{AAEB8105-A92D-0126-7309-0688298B6160}"/>
                    </a:ext>
                  </a:extLst>
                </p:cNvPr>
                <p:cNvSpPr/>
                <p:nvPr/>
              </p:nvSpPr>
              <p:spPr>
                <a:xfrm>
                  <a:off x="433350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0" name="Oval 3229">
                  <a:extLst>
                    <a:ext uri="{FF2B5EF4-FFF2-40B4-BE49-F238E27FC236}">
                      <a16:creationId xmlns:a16="http://schemas.microsoft.com/office/drawing/2014/main" id="{41143F15-02A3-3110-169D-96EA59809894}"/>
                    </a:ext>
                  </a:extLst>
                </p:cNvPr>
                <p:cNvSpPr/>
                <p:nvPr/>
              </p:nvSpPr>
              <p:spPr>
                <a:xfrm>
                  <a:off x="4394046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1" name="Oval 3230">
                  <a:extLst>
                    <a:ext uri="{FF2B5EF4-FFF2-40B4-BE49-F238E27FC236}">
                      <a16:creationId xmlns:a16="http://schemas.microsoft.com/office/drawing/2014/main" id="{D24BBADD-9446-7877-F026-64A18615A672}"/>
                    </a:ext>
                  </a:extLst>
                </p:cNvPr>
                <p:cNvSpPr/>
                <p:nvPr/>
              </p:nvSpPr>
              <p:spPr>
                <a:xfrm>
                  <a:off x="445459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2" name="Oval 3231">
                  <a:extLst>
                    <a:ext uri="{FF2B5EF4-FFF2-40B4-BE49-F238E27FC236}">
                      <a16:creationId xmlns:a16="http://schemas.microsoft.com/office/drawing/2014/main" id="{9F361147-FAB4-DB99-5168-A3EA1775EF37}"/>
                    </a:ext>
                  </a:extLst>
                </p:cNvPr>
                <p:cNvSpPr/>
                <p:nvPr/>
              </p:nvSpPr>
              <p:spPr>
                <a:xfrm>
                  <a:off x="4515139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3" name="Oval 3232">
                  <a:extLst>
                    <a:ext uri="{FF2B5EF4-FFF2-40B4-BE49-F238E27FC236}">
                      <a16:creationId xmlns:a16="http://schemas.microsoft.com/office/drawing/2014/main" id="{0163AC5A-E79A-CF93-5256-81741F424945}"/>
                    </a:ext>
                  </a:extLst>
                </p:cNvPr>
                <p:cNvSpPr/>
                <p:nvPr/>
              </p:nvSpPr>
              <p:spPr>
                <a:xfrm>
                  <a:off x="457568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4" name="Oval 3233">
                  <a:extLst>
                    <a:ext uri="{FF2B5EF4-FFF2-40B4-BE49-F238E27FC236}">
                      <a16:creationId xmlns:a16="http://schemas.microsoft.com/office/drawing/2014/main" id="{EB90AD29-0771-665F-1F96-3B98E381F189}"/>
                    </a:ext>
                  </a:extLst>
                </p:cNvPr>
                <p:cNvSpPr/>
                <p:nvPr/>
              </p:nvSpPr>
              <p:spPr>
                <a:xfrm>
                  <a:off x="463622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5" name="Oval 3234">
                  <a:extLst>
                    <a:ext uri="{FF2B5EF4-FFF2-40B4-BE49-F238E27FC236}">
                      <a16:creationId xmlns:a16="http://schemas.microsoft.com/office/drawing/2014/main" id="{05AF12A4-232D-A69D-B543-548D146E0CA6}"/>
                    </a:ext>
                  </a:extLst>
                </p:cNvPr>
                <p:cNvSpPr/>
                <p:nvPr/>
              </p:nvSpPr>
              <p:spPr>
                <a:xfrm>
                  <a:off x="469676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6" name="Oval 3235">
                  <a:extLst>
                    <a:ext uri="{FF2B5EF4-FFF2-40B4-BE49-F238E27FC236}">
                      <a16:creationId xmlns:a16="http://schemas.microsoft.com/office/drawing/2014/main" id="{7E4B55B5-CDA4-3B26-BF5C-7FF11C09F5C8}"/>
                    </a:ext>
                  </a:extLst>
                </p:cNvPr>
                <p:cNvSpPr/>
                <p:nvPr/>
              </p:nvSpPr>
              <p:spPr>
                <a:xfrm>
                  <a:off x="4757305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7" name="Oval 3236">
                  <a:extLst>
                    <a:ext uri="{FF2B5EF4-FFF2-40B4-BE49-F238E27FC236}">
                      <a16:creationId xmlns:a16="http://schemas.microsoft.com/office/drawing/2014/main" id="{AC0902E2-C42D-29CB-5194-9F8028B56465}"/>
                    </a:ext>
                  </a:extLst>
                </p:cNvPr>
                <p:cNvSpPr/>
                <p:nvPr/>
              </p:nvSpPr>
              <p:spPr>
                <a:xfrm>
                  <a:off x="4817860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8" name="Oval 3237">
                  <a:extLst>
                    <a:ext uri="{FF2B5EF4-FFF2-40B4-BE49-F238E27FC236}">
                      <a16:creationId xmlns:a16="http://schemas.microsoft.com/office/drawing/2014/main" id="{C5EBA573-0DD8-CC8B-4664-74DAF60F8C7C}"/>
                    </a:ext>
                  </a:extLst>
                </p:cNvPr>
                <p:cNvSpPr/>
                <p:nvPr/>
              </p:nvSpPr>
              <p:spPr>
                <a:xfrm>
                  <a:off x="487841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9" name="Oval 3238">
                  <a:extLst>
                    <a:ext uri="{FF2B5EF4-FFF2-40B4-BE49-F238E27FC236}">
                      <a16:creationId xmlns:a16="http://schemas.microsoft.com/office/drawing/2014/main" id="{4CC5B7BB-DB77-3F55-FEB2-E46462703200}"/>
                    </a:ext>
                  </a:extLst>
                </p:cNvPr>
                <p:cNvSpPr/>
                <p:nvPr/>
              </p:nvSpPr>
              <p:spPr>
                <a:xfrm>
                  <a:off x="4938938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40" name="Oval 3239">
                  <a:extLst>
                    <a:ext uri="{FF2B5EF4-FFF2-40B4-BE49-F238E27FC236}">
                      <a16:creationId xmlns:a16="http://schemas.microsoft.com/office/drawing/2014/main" id="{43D1FC87-3C41-8F40-6D13-111E3FC8C78E}"/>
                    </a:ext>
                  </a:extLst>
                </p:cNvPr>
                <p:cNvSpPr/>
                <p:nvPr/>
              </p:nvSpPr>
              <p:spPr>
                <a:xfrm>
                  <a:off x="499946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</p:grpSp>
        <p:sp>
          <p:nvSpPr>
            <p:cNvPr id="3248" name="Rectangle: Rounded Corners 3247">
              <a:extLst>
                <a:ext uri="{FF2B5EF4-FFF2-40B4-BE49-F238E27FC236}">
                  <a16:creationId xmlns:a16="http://schemas.microsoft.com/office/drawing/2014/main" id="{F229568C-567D-6530-B2DF-8D6801EABC6C}"/>
                </a:ext>
              </a:extLst>
            </p:cNvPr>
            <p:cNvSpPr/>
            <p:nvPr/>
          </p:nvSpPr>
          <p:spPr>
            <a:xfrm>
              <a:off x="3780318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49" name="Rectangle: Rounded Corners 3248">
              <a:extLst>
                <a:ext uri="{FF2B5EF4-FFF2-40B4-BE49-F238E27FC236}">
                  <a16:creationId xmlns:a16="http://schemas.microsoft.com/office/drawing/2014/main" id="{00294FF5-C81E-8D1B-6F76-8D864B06F24A}"/>
                </a:ext>
              </a:extLst>
            </p:cNvPr>
            <p:cNvSpPr/>
            <p:nvPr/>
          </p:nvSpPr>
          <p:spPr>
            <a:xfrm>
              <a:off x="3780318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0" name="Rectangle: Rounded Corners 3249">
              <a:extLst>
                <a:ext uri="{FF2B5EF4-FFF2-40B4-BE49-F238E27FC236}">
                  <a16:creationId xmlns:a16="http://schemas.microsoft.com/office/drawing/2014/main" id="{B67B1876-FFBA-B67A-8D83-528209BADAAE}"/>
                </a:ext>
              </a:extLst>
            </p:cNvPr>
            <p:cNvSpPr/>
            <p:nvPr/>
          </p:nvSpPr>
          <p:spPr>
            <a:xfrm>
              <a:off x="3896206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1" name="Rectangle: Rounded Corners 3250">
              <a:extLst>
                <a:ext uri="{FF2B5EF4-FFF2-40B4-BE49-F238E27FC236}">
                  <a16:creationId xmlns:a16="http://schemas.microsoft.com/office/drawing/2014/main" id="{8E852F38-030C-AF45-D77E-1DE96B2903CE}"/>
                </a:ext>
              </a:extLst>
            </p:cNvPr>
            <p:cNvSpPr/>
            <p:nvPr/>
          </p:nvSpPr>
          <p:spPr>
            <a:xfrm>
              <a:off x="3896206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3253" name="Straight Connector 3252">
              <a:extLst>
                <a:ext uri="{FF2B5EF4-FFF2-40B4-BE49-F238E27FC236}">
                  <a16:creationId xmlns:a16="http://schemas.microsoft.com/office/drawing/2014/main" id="{3C507D18-B558-DBF6-3603-5D8F0244A5F2}"/>
                </a:ext>
              </a:extLst>
            </p:cNvPr>
            <p:cNvCxnSpPr/>
            <p:nvPr/>
          </p:nvCxnSpPr>
          <p:spPr>
            <a:xfrm>
              <a:off x="3715704" y="3384064"/>
              <a:ext cx="0" cy="99483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sp>
          <p:nvSpPr>
            <p:cNvPr id="3254" name="Rectangle: Rounded Corners 3253">
              <a:extLst>
                <a:ext uri="{FF2B5EF4-FFF2-40B4-BE49-F238E27FC236}">
                  <a16:creationId xmlns:a16="http://schemas.microsoft.com/office/drawing/2014/main" id="{CE72F8FE-5A63-8F60-C0EE-944E62E94D5C}"/>
                </a:ext>
              </a:extLst>
            </p:cNvPr>
            <p:cNvSpPr/>
            <p:nvPr/>
          </p:nvSpPr>
          <p:spPr>
            <a:xfrm>
              <a:off x="3780318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5" name="Rectangle: Rounded Corners 3254">
              <a:extLst>
                <a:ext uri="{FF2B5EF4-FFF2-40B4-BE49-F238E27FC236}">
                  <a16:creationId xmlns:a16="http://schemas.microsoft.com/office/drawing/2014/main" id="{7D94F7A4-0C21-E71E-A32E-414DCBDFC26C}"/>
                </a:ext>
              </a:extLst>
            </p:cNvPr>
            <p:cNvSpPr/>
            <p:nvPr/>
          </p:nvSpPr>
          <p:spPr>
            <a:xfrm>
              <a:off x="3896206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6" name="Oval 3255">
              <a:extLst>
                <a:ext uri="{FF2B5EF4-FFF2-40B4-BE49-F238E27FC236}">
                  <a16:creationId xmlns:a16="http://schemas.microsoft.com/office/drawing/2014/main" id="{950443E6-3E27-A4D7-6450-A5C9DB0825AC}"/>
                </a:ext>
              </a:extLst>
            </p:cNvPr>
            <p:cNvSpPr/>
            <p:nvPr/>
          </p:nvSpPr>
          <p:spPr>
            <a:xfrm>
              <a:off x="3677605" y="3604197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7" name="Oval 3256">
              <a:extLst>
                <a:ext uri="{FF2B5EF4-FFF2-40B4-BE49-F238E27FC236}">
                  <a16:creationId xmlns:a16="http://schemas.microsoft.com/office/drawing/2014/main" id="{2DAC6100-46AD-D118-F06F-73ADFCC08CF5}"/>
                </a:ext>
              </a:extLst>
            </p:cNvPr>
            <p:cNvSpPr/>
            <p:nvPr/>
          </p:nvSpPr>
          <p:spPr>
            <a:xfrm>
              <a:off x="4047757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8" name="Oval 3257">
              <a:extLst>
                <a:ext uri="{FF2B5EF4-FFF2-40B4-BE49-F238E27FC236}">
                  <a16:creationId xmlns:a16="http://schemas.microsoft.com/office/drawing/2014/main" id="{B555E47C-E2A9-4C1C-F47A-AEB741296F49}"/>
                </a:ext>
              </a:extLst>
            </p:cNvPr>
            <p:cNvSpPr/>
            <p:nvPr/>
          </p:nvSpPr>
          <p:spPr>
            <a:xfrm>
              <a:off x="4132423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9" name="Oval 3258">
              <a:extLst>
                <a:ext uri="{FF2B5EF4-FFF2-40B4-BE49-F238E27FC236}">
                  <a16:creationId xmlns:a16="http://schemas.microsoft.com/office/drawing/2014/main" id="{D99891CB-ECDA-0E98-DD4D-4FBDF2DDCC10}"/>
                </a:ext>
              </a:extLst>
            </p:cNvPr>
            <p:cNvSpPr/>
            <p:nvPr/>
          </p:nvSpPr>
          <p:spPr>
            <a:xfrm>
              <a:off x="4047757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0" name="Oval 3259">
              <a:extLst>
                <a:ext uri="{FF2B5EF4-FFF2-40B4-BE49-F238E27FC236}">
                  <a16:creationId xmlns:a16="http://schemas.microsoft.com/office/drawing/2014/main" id="{4EEDB717-AFA0-806F-0424-0CC0B02A2F47}"/>
                </a:ext>
              </a:extLst>
            </p:cNvPr>
            <p:cNvSpPr/>
            <p:nvPr/>
          </p:nvSpPr>
          <p:spPr>
            <a:xfrm>
              <a:off x="4132423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1" name="Oval 3260">
              <a:extLst>
                <a:ext uri="{FF2B5EF4-FFF2-40B4-BE49-F238E27FC236}">
                  <a16:creationId xmlns:a16="http://schemas.microsoft.com/office/drawing/2014/main" id="{5A4D505B-AC60-B553-76F2-71C31FC24A93}"/>
                </a:ext>
              </a:extLst>
            </p:cNvPr>
            <p:cNvSpPr/>
            <p:nvPr/>
          </p:nvSpPr>
          <p:spPr>
            <a:xfrm>
              <a:off x="4047757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2" name="Oval 3261">
              <a:extLst>
                <a:ext uri="{FF2B5EF4-FFF2-40B4-BE49-F238E27FC236}">
                  <a16:creationId xmlns:a16="http://schemas.microsoft.com/office/drawing/2014/main" id="{F12D1182-6823-5276-B380-BFE8D13CF5F9}"/>
                </a:ext>
              </a:extLst>
            </p:cNvPr>
            <p:cNvSpPr/>
            <p:nvPr/>
          </p:nvSpPr>
          <p:spPr>
            <a:xfrm>
              <a:off x="4132423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3264" name="Straight Connector 3263">
              <a:extLst>
                <a:ext uri="{FF2B5EF4-FFF2-40B4-BE49-F238E27FC236}">
                  <a16:creationId xmlns:a16="http://schemas.microsoft.com/office/drawing/2014/main" id="{CCBE841C-B604-757F-E7E8-099C9C04BFE6}"/>
                </a:ext>
              </a:extLst>
            </p:cNvPr>
            <p:cNvCxnSpPr>
              <a:cxnSpLocks/>
            </p:cNvCxnSpPr>
            <p:nvPr/>
          </p:nvCxnSpPr>
          <p:spPr>
            <a:xfrm>
              <a:off x="4338005" y="3402055"/>
              <a:ext cx="124458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8" name="Straight Connector 3327">
              <a:extLst>
                <a:ext uri="{FF2B5EF4-FFF2-40B4-BE49-F238E27FC236}">
                  <a16:creationId xmlns:a16="http://schemas.microsoft.com/office/drawing/2014/main" id="{79C9FEAF-8116-0E43-E2C8-0CE48703076B}"/>
                </a:ext>
              </a:extLst>
            </p:cNvPr>
            <p:cNvCxnSpPr>
              <a:cxnSpLocks/>
            </p:cNvCxnSpPr>
            <p:nvPr/>
          </p:nvCxnSpPr>
          <p:spPr>
            <a:xfrm>
              <a:off x="4255294" y="3402055"/>
              <a:ext cx="59531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</p:grpSp>
      <p:grpSp>
        <p:nvGrpSpPr>
          <p:cNvPr id="3343" name="Group 3342">
            <a:extLst>
              <a:ext uri="{FF2B5EF4-FFF2-40B4-BE49-F238E27FC236}">
                <a16:creationId xmlns:a16="http://schemas.microsoft.com/office/drawing/2014/main" id="{F07B16BA-43FA-237A-5C42-ACAE1395D6ED}"/>
              </a:ext>
            </a:extLst>
          </p:cNvPr>
          <p:cNvGrpSpPr/>
          <p:nvPr/>
        </p:nvGrpSpPr>
        <p:grpSpPr>
          <a:xfrm>
            <a:off x="10596689" y="1393031"/>
            <a:ext cx="1167284" cy="304744"/>
            <a:chOff x="10596689" y="1393031"/>
            <a:chExt cx="1167284" cy="30474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9592B37-97DD-A874-5B03-7096E9D346FC}"/>
                </a:ext>
              </a:extLst>
            </p:cNvPr>
            <p:cNvSpPr/>
            <p:nvPr/>
          </p:nvSpPr>
          <p:spPr>
            <a:xfrm>
              <a:off x="10622622" y="1393031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7847D55-F58F-E4E6-0A8A-79DE1CA528F8}"/>
                </a:ext>
              </a:extLst>
            </p:cNvPr>
            <p:cNvSpPr/>
            <p:nvPr/>
          </p:nvSpPr>
          <p:spPr>
            <a:xfrm rot="16200000" flipV="1">
              <a:off x="11122751" y="1414866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C148004-550F-9A3A-E83D-A73883CEBD03}"/>
                </a:ext>
              </a:extLst>
            </p:cNvPr>
            <p:cNvSpPr/>
            <p:nvPr/>
          </p:nvSpPr>
          <p:spPr>
            <a:xfrm flipV="1">
              <a:off x="10596689" y="1439694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5031DC5D-678D-3696-122F-72028B9592A0}"/>
                </a:ext>
              </a:extLst>
            </p:cNvPr>
            <p:cNvSpPr/>
            <p:nvPr/>
          </p:nvSpPr>
          <p:spPr>
            <a:xfrm>
              <a:off x="10784323" y="1549525"/>
              <a:ext cx="155372" cy="106226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D81E537-7FBE-577E-CC60-7E29272942D5}"/>
                </a:ext>
              </a:extLst>
            </p:cNvPr>
            <p:cNvSpPr/>
            <p:nvPr/>
          </p:nvSpPr>
          <p:spPr>
            <a:xfrm>
              <a:off x="10965990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C58A6D8-FBD5-9286-87BC-24C3B0E300C0}"/>
                </a:ext>
              </a:extLst>
            </p:cNvPr>
            <p:cNvSpPr/>
            <p:nvPr/>
          </p:nvSpPr>
          <p:spPr>
            <a:xfrm>
              <a:off x="10673889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7674A047-79F6-BCD9-9887-89D44A41C183}"/>
                </a:ext>
              </a:extLst>
            </p:cNvPr>
            <p:cNvSpPr/>
            <p:nvPr/>
          </p:nvSpPr>
          <p:spPr>
            <a:xfrm rot="5400000">
              <a:off x="11622750" y="1581609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1" name="Straight Connector 3310">
              <a:extLst>
                <a:ext uri="{FF2B5EF4-FFF2-40B4-BE49-F238E27FC236}">
                  <a16:creationId xmlns:a16="http://schemas.microsoft.com/office/drawing/2014/main" id="{2136CEF2-B3DE-D896-92EF-B133038AF749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0" name="Straight Connector 3319">
              <a:extLst>
                <a:ext uri="{FF2B5EF4-FFF2-40B4-BE49-F238E27FC236}">
                  <a16:creationId xmlns:a16="http://schemas.microsoft.com/office/drawing/2014/main" id="{A278852F-6BDB-A453-55E9-34B5FD82AEA3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2" name="Straight Connector 3321">
              <a:extLst>
                <a:ext uri="{FF2B5EF4-FFF2-40B4-BE49-F238E27FC236}">
                  <a16:creationId xmlns:a16="http://schemas.microsoft.com/office/drawing/2014/main" id="{D4172E38-C2E7-8612-12C5-C38429A1A2A8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4" name="Straight Connector 3323">
              <a:extLst>
                <a:ext uri="{FF2B5EF4-FFF2-40B4-BE49-F238E27FC236}">
                  <a16:creationId xmlns:a16="http://schemas.microsoft.com/office/drawing/2014/main" id="{6904C03D-4F43-BC66-196B-77F4E50FF758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5" name="Straight Connector 3324">
              <a:extLst>
                <a:ext uri="{FF2B5EF4-FFF2-40B4-BE49-F238E27FC236}">
                  <a16:creationId xmlns:a16="http://schemas.microsoft.com/office/drawing/2014/main" id="{A794DA72-A9DD-19D1-B792-83C6F86F64AC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00A44D"/>
              </a:solidFill>
              <a:prstDash val="solid"/>
              <a:round/>
            </a:ln>
          </p:spPr>
        </p:cxnSp>
        <p:cxnSp>
          <p:nvCxnSpPr>
            <p:cNvPr id="3326" name="Straight Connector 3325">
              <a:extLst>
                <a:ext uri="{FF2B5EF4-FFF2-40B4-BE49-F238E27FC236}">
                  <a16:creationId xmlns:a16="http://schemas.microsoft.com/office/drawing/2014/main" id="{D3F808C6-E51B-B042-30CF-96687C491B9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5" name="Rectangle: Top Corners Rounded 3334">
              <a:extLst>
                <a:ext uri="{FF2B5EF4-FFF2-40B4-BE49-F238E27FC236}">
                  <a16:creationId xmlns:a16="http://schemas.microsoft.com/office/drawing/2014/main" id="{C057250B-2EE7-00EE-9D02-0CF6A51D6AA9}"/>
                </a:ext>
              </a:extLst>
            </p:cNvPr>
            <p:cNvSpPr/>
            <p:nvPr/>
          </p:nvSpPr>
          <p:spPr>
            <a:xfrm rot="10800000">
              <a:off x="10694254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6" name="Rectangle: Top Corners Rounded 3335">
              <a:extLst>
                <a:ext uri="{FF2B5EF4-FFF2-40B4-BE49-F238E27FC236}">
                  <a16:creationId xmlns:a16="http://schemas.microsoft.com/office/drawing/2014/main" id="{5B0C9C79-DDFA-64A0-D9F0-789A5136AE73}"/>
                </a:ext>
              </a:extLst>
            </p:cNvPr>
            <p:cNvSpPr/>
            <p:nvPr/>
          </p:nvSpPr>
          <p:spPr>
            <a:xfrm rot="10800000">
              <a:off x="1099490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7" name="Rectangle: Top Corners Rounded 3336">
              <a:extLst>
                <a:ext uri="{FF2B5EF4-FFF2-40B4-BE49-F238E27FC236}">
                  <a16:creationId xmlns:a16="http://schemas.microsoft.com/office/drawing/2014/main" id="{693DF300-2377-44BC-97A1-25F1B4735239}"/>
                </a:ext>
              </a:extLst>
            </p:cNvPr>
            <p:cNvSpPr/>
            <p:nvPr/>
          </p:nvSpPr>
          <p:spPr>
            <a:xfrm rot="10800000">
              <a:off x="1131875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8" name="Rectangle: Top Corners Rounded 3337">
              <a:extLst>
                <a:ext uri="{FF2B5EF4-FFF2-40B4-BE49-F238E27FC236}">
                  <a16:creationId xmlns:a16="http://schemas.microsoft.com/office/drawing/2014/main" id="{ED00C055-0C41-5062-4FF5-84DF4F487353}"/>
                </a:ext>
              </a:extLst>
            </p:cNvPr>
            <p:cNvSpPr/>
            <p:nvPr/>
          </p:nvSpPr>
          <p:spPr>
            <a:xfrm rot="10800000">
              <a:off x="11614411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3344" name="Group 3343">
            <a:extLst>
              <a:ext uri="{FF2B5EF4-FFF2-40B4-BE49-F238E27FC236}">
                <a16:creationId xmlns:a16="http://schemas.microsoft.com/office/drawing/2014/main" id="{A4F3D27B-CBCC-F7EB-9D8A-A0872C3741D4}"/>
              </a:ext>
            </a:extLst>
          </p:cNvPr>
          <p:cNvGrpSpPr/>
          <p:nvPr/>
        </p:nvGrpSpPr>
        <p:grpSpPr>
          <a:xfrm>
            <a:off x="10596689" y="1840716"/>
            <a:ext cx="1167284" cy="304744"/>
            <a:chOff x="10596689" y="1840716"/>
            <a:chExt cx="1167284" cy="304744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054D63D-5679-9218-0084-F44BD1880BB6}"/>
                </a:ext>
              </a:extLst>
            </p:cNvPr>
            <p:cNvSpPr/>
            <p:nvPr/>
          </p:nvSpPr>
          <p:spPr>
            <a:xfrm>
              <a:off x="10622622" y="1840716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ABB4C76-15C5-C908-35AE-6E86DC638E9D}"/>
                </a:ext>
              </a:extLst>
            </p:cNvPr>
            <p:cNvSpPr/>
            <p:nvPr/>
          </p:nvSpPr>
          <p:spPr>
            <a:xfrm rot="16200000" flipV="1">
              <a:off x="11122751" y="1862551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15509EAB-59B5-5B74-534D-AE096690A095}"/>
                </a:ext>
              </a:extLst>
            </p:cNvPr>
            <p:cNvSpPr/>
            <p:nvPr/>
          </p:nvSpPr>
          <p:spPr>
            <a:xfrm flipV="1">
              <a:off x="10596689" y="1887379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D1773D3D-4FC1-3269-F3E2-580CC33AE0A7}"/>
                </a:ext>
              </a:extLst>
            </p:cNvPr>
            <p:cNvSpPr/>
            <p:nvPr/>
          </p:nvSpPr>
          <p:spPr>
            <a:xfrm>
              <a:off x="10965990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F4E625E-20FF-48C8-F771-96D51EF45883}"/>
                </a:ext>
              </a:extLst>
            </p:cNvPr>
            <p:cNvSpPr/>
            <p:nvPr/>
          </p:nvSpPr>
          <p:spPr>
            <a:xfrm>
              <a:off x="10673889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1057D664-25A2-36C4-2254-DF80416FFA6D}"/>
                </a:ext>
              </a:extLst>
            </p:cNvPr>
            <p:cNvSpPr/>
            <p:nvPr/>
          </p:nvSpPr>
          <p:spPr>
            <a:xfrm>
              <a:off x="10778011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A888FB4F-5702-DE8D-351A-2B64427DF592}"/>
                </a:ext>
              </a:extLst>
            </p:cNvPr>
            <p:cNvSpPr/>
            <p:nvPr/>
          </p:nvSpPr>
          <p:spPr>
            <a:xfrm rot="5400000">
              <a:off x="10863273" y="2025596"/>
              <a:ext cx="101592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6CD86E0B-61B3-84EB-322F-B8FB8CEE1D73}"/>
                </a:ext>
              </a:extLst>
            </p:cNvPr>
            <p:cNvSpPr/>
            <p:nvPr/>
          </p:nvSpPr>
          <p:spPr>
            <a:xfrm rot="5400000">
              <a:off x="10883768" y="2005101"/>
              <a:ext cx="60601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E6320A59-844E-6FDF-CF2A-DDAC9388829E}"/>
                </a:ext>
              </a:extLst>
            </p:cNvPr>
            <p:cNvSpPr/>
            <p:nvPr/>
          </p:nvSpPr>
          <p:spPr>
            <a:xfrm rot="5400000">
              <a:off x="11622750" y="2031668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4" name="Straight Connector 3313">
              <a:extLst>
                <a:ext uri="{FF2B5EF4-FFF2-40B4-BE49-F238E27FC236}">
                  <a16:creationId xmlns:a16="http://schemas.microsoft.com/office/drawing/2014/main" id="{6606A2ED-97A9-C0D8-6B81-697EE229B3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18" name="Straight Connector 3317">
              <a:extLst>
                <a:ext uri="{FF2B5EF4-FFF2-40B4-BE49-F238E27FC236}">
                  <a16:creationId xmlns:a16="http://schemas.microsoft.com/office/drawing/2014/main" id="{D0A93CEE-A665-4966-A09B-9C070F949BB5}"/>
                </a:ext>
              </a:extLst>
            </p:cNvPr>
            <p:cNvCxnSpPr>
              <a:cxnSpLocks/>
            </p:cNvCxnSpPr>
            <p:nvPr/>
          </p:nvCxnSpPr>
          <p:spPr>
            <a:xfrm>
              <a:off x="10811209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7" name="Straight Connector 3326">
              <a:extLst>
                <a:ext uri="{FF2B5EF4-FFF2-40B4-BE49-F238E27FC236}">
                  <a16:creationId xmlns:a16="http://schemas.microsoft.com/office/drawing/2014/main" id="{7C178B06-2B1D-CAA3-0174-71D86014164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9" name="Rectangle: Top Corners Rounded 3338">
              <a:extLst>
                <a:ext uri="{FF2B5EF4-FFF2-40B4-BE49-F238E27FC236}">
                  <a16:creationId xmlns:a16="http://schemas.microsoft.com/office/drawing/2014/main" id="{BC5E9609-C459-972C-E190-CCFD4799FC86}"/>
                </a:ext>
              </a:extLst>
            </p:cNvPr>
            <p:cNvSpPr/>
            <p:nvPr/>
          </p:nvSpPr>
          <p:spPr>
            <a:xfrm rot="10800000">
              <a:off x="10694254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0" name="Rectangle: Top Corners Rounded 3339">
              <a:extLst>
                <a:ext uri="{FF2B5EF4-FFF2-40B4-BE49-F238E27FC236}">
                  <a16:creationId xmlns:a16="http://schemas.microsoft.com/office/drawing/2014/main" id="{F31460D1-0D29-D46E-5741-6848ECEE828E}"/>
                </a:ext>
              </a:extLst>
            </p:cNvPr>
            <p:cNvSpPr/>
            <p:nvPr/>
          </p:nvSpPr>
          <p:spPr>
            <a:xfrm rot="10800000">
              <a:off x="1099490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1" name="Rectangle: Top Corners Rounded 3340">
              <a:extLst>
                <a:ext uri="{FF2B5EF4-FFF2-40B4-BE49-F238E27FC236}">
                  <a16:creationId xmlns:a16="http://schemas.microsoft.com/office/drawing/2014/main" id="{0023704D-D61E-0091-F361-B11F715D3BE1}"/>
                </a:ext>
              </a:extLst>
            </p:cNvPr>
            <p:cNvSpPr/>
            <p:nvPr/>
          </p:nvSpPr>
          <p:spPr>
            <a:xfrm rot="10800000">
              <a:off x="1131875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2" name="Rectangle: Top Corners Rounded 3341">
              <a:extLst>
                <a:ext uri="{FF2B5EF4-FFF2-40B4-BE49-F238E27FC236}">
                  <a16:creationId xmlns:a16="http://schemas.microsoft.com/office/drawing/2014/main" id="{ED3FDBDC-A059-A9B4-1FE9-18570DE3D5FB}"/>
                </a:ext>
              </a:extLst>
            </p:cNvPr>
            <p:cNvSpPr/>
            <p:nvPr/>
          </p:nvSpPr>
          <p:spPr>
            <a:xfrm rot="10800000">
              <a:off x="11614411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769609D7-69B5-2D15-82E2-637EF1002BCD}"/>
              </a:ext>
            </a:extLst>
          </p:cNvPr>
          <p:cNvSpPr/>
          <p:nvPr/>
        </p:nvSpPr>
        <p:spPr>
          <a:xfrm>
            <a:off x="2832402" y="2232736"/>
            <a:ext cx="101145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ESPNano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46" name="Group 3145">
            <a:extLst>
              <a:ext uri="{FF2B5EF4-FFF2-40B4-BE49-F238E27FC236}">
                <a16:creationId xmlns:a16="http://schemas.microsoft.com/office/drawing/2014/main" id="{A75D8707-402B-872C-822D-CB3C80C0EB26}"/>
              </a:ext>
            </a:extLst>
          </p:cNvPr>
          <p:cNvGrpSpPr/>
          <p:nvPr/>
        </p:nvGrpSpPr>
        <p:grpSpPr>
          <a:xfrm>
            <a:off x="3042706" y="963287"/>
            <a:ext cx="596248" cy="1191717"/>
            <a:chOff x="3042706" y="963287"/>
            <a:chExt cx="596248" cy="1191717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13287B2-0042-1DDE-737E-381946616780}"/>
                </a:ext>
              </a:extLst>
            </p:cNvPr>
            <p:cNvSpPr/>
            <p:nvPr/>
          </p:nvSpPr>
          <p:spPr>
            <a:xfrm rot="16200000" flipH="1" flipV="1">
              <a:off x="3544212" y="1568242"/>
              <a:ext cx="81207" cy="108276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572ED27-9692-5499-DFB7-E8D2FB8DF95F}"/>
                </a:ext>
              </a:extLst>
            </p:cNvPr>
            <p:cNvSpPr/>
            <p:nvPr/>
          </p:nvSpPr>
          <p:spPr>
            <a:xfrm rot="10800000" flipH="1" flipV="1">
              <a:off x="3164576" y="1381822"/>
              <a:ext cx="81206" cy="108276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7BE00E57-0D7B-0430-8A73-0BA80F71A930}"/>
                </a:ext>
              </a:extLst>
            </p:cNvPr>
            <p:cNvSpPr/>
            <p:nvPr/>
          </p:nvSpPr>
          <p:spPr>
            <a:xfrm rot="10800000" flipH="1" flipV="1">
              <a:off x="3113519" y="1434323"/>
              <a:ext cx="472846" cy="720681"/>
            </a:xfrm>
            <a:prstGeom prst="roundRect">
              <a:avLst>
                <a:gd name="adj" fmla="val 4684"/>
              </a:avLst>
            </a:prstGeom>
            <a:solidFill>
              <a:srgbClr val="89C6DB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8F925914-1297-5D0D-BD6F-B55A679B4992}"/>
                </a:ext>
              </a:extLst>
            </p:cNvPr>
            <p:cNvSpPr/>
            <p:nvPr/>
          </p:nvSpPr>
          <p:spPr>
            <a:xfrm rot="10800000" flipH="1" flipV="1">
              <a:off x="3269637" y="1594757"/>
              <a:ext cx="160608" cy="11551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E3A6E4A-3D24-7D39-E109-C55F7C9E72CC}"/>
                </a:ext>
              </a:extLst>
            </p:cNvPr>
            <p:cNvGrpSpPr/>
            <p:nvPr/>
          </p:nvGrpSpPr>
          <p:grpSpPr>
            <a:xfrm>
              <a:off x="3042706" y="963287"/>
              <a:ext cx="324966" cy="415567"/>
              <a:chOff x="5482120" y="1865146"/>
              <a:chExt cx="324966" cy="415567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E2FE04C0-996F-3885-0CA3-AF3BA420FA1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05E312E-D152-BA05-8D77-C7C432AEE86E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62ED7BDF-E157-B3F4-6ACB-2CB9DD6A30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42" name="Group 3141">
              <a:extLst>
                <a:ext uri="{FF2B5EF4-FFF2-40B4-BE49-F238E27FC236}">
                  <a16:creationId xmlns:a16="http://schemas.microsoft.com/office/drawing/2014/main" id="{E5FEF81C-CE75-39A0-5D70-D6247E41B814}"/>
                </a:ext>
              </a:extLst>
            </p:cNvPr>
            <p:cNvGrpSpPr/>
            <p:nvPr/>
          </p:nvGrpSpPr>
          <p:grpSpPr>
            <a:xfrm>
              <a:off x="3212229" y="1820636"/>
              <a:ext cx="275424" cy="275424"/>
              <a:chOff x="3179567" y="1790581"/>
              <a:chExt cx="335534" cy="335534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2D2A2328-A243-ACF9-6D9B-D65AC23D3066}"/>
                  </a:ext>
                </a:extLst>
              </p:cNvPr>
              <p:cNvSpPr/>
              <p:nvPr/>
            </p:nvSpPr>
            <p:spPr>
              <a:xfrm>
                <a:off x="3277258" y="1888272"/>
                <a:ext cx="140153" cy="140153"/>
              </a:xfrm>
              <a:prstGeom prst="ellipse">
                <a:avLst/>
              </a:prstGeom>
              <a:solidFill>
                <a:srgbClr val="0070DA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36" name="Isosceles Triangle 3135">
                <a:extLst>
                  <a:ext uri="{FF2B5EF4-FFF2-40B4-BE49-F238E27FC236}">
                    <a16:creationId xmlns:a16="http://schemas.microsoft.com/office/drawing/2014/main" id="{D21D5C8E-8F11-A0C2-9AF7-9DC64EC6DF56}"/>
                  </a:ext>
                </a:extLst>
              </p:cNvPr>
              <p:cNvSpPr/>
              <p:nvPr/>
            </p:nvSpPr>
            <p:spPr>
              <a:xfrm>
                <a:off x="3305832" y="179058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37" name="Isosceles Triangle 3136">
                <a:extLst>
                  <a:ext uri="{FF2B5EF4-FFF2-40B4-BE49-F238E27FC236}">
                    <a16:creationId xmlns:a16="http://schemas.microsoft.com/office/drawing/2014/main" id="{C0585825-097E-CD48-5510-AB59950A08E4}"/>
                  </a:ext>
                </a:extLst>
              </p:cNvPr>
              <p:cNvSpPr/>
              <p:nvPr/>
            </p:nvSpPr>
            <p:spPr>
              <a:xfrm rot="10800000">
                <a:off x="3305832" y="2054560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40" name="Isosceles Triangle 3139">
                <a:extLst>
                  <a:ext uri="{FF2B5EF4-FFF2-40B4-BE49-F238E27FC236}">
                    <a16:creationId xmlns:a16="http://schemas.microsoft.com/office/drawing/2014/main" id="{0A045E59-C2AE-198D-E13E-768BAC0D5FA2}"/>
                  </a:ext>
                </a:extLst>
              </p:cNvPr>
              <p:cNvSpPr/>
              <p:nvPr/>
            </p:nvSpPr>
            <p:spPr>
              <a:xfrm rot="5400000">
                <a:off x="3437822" y="192257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41" name="Isosceles Triangle 3140">
                <a:extLst>
                  <a:ext uri="{FF2B5EF4-FFF2-40B4-BE49-F238E27FC236}">
                    <a16:creationId xmlns:a16="http://schemas.microsoft.com/office/drawing/2014/main" id="{016BFA2B-5FA0-A653-934E-602BB3301E67}"/>
                  </a:ext>
                </a:extLst>
              </p:cNvPr>
              <p:cNvSpPr/>
              <p:nvPr/>
            </p:nvSpPr>
            <p:spPr>
              <a:xfrm rot="16200000">
                <a:off x="3173843" y="192257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3144" name="Straight Connector 3143">
              <a:extLst>
                <a:ext uri="{FF2B5EF4-FFF2-40B4-BE49-F238E27FC236}">
                  <a16:creationId xmlns:a16="http://schemas.microsoft.com/office/drawing/2014/main" id="{855D5015-D75E-6526-BEB3-3EA41C4A7D3C}"/>
                </a:ext>
              </a:extLst>
            </p:cNvPr>
            <p:cNvCxnSpPr>
              <a:cxnSpLocks/>
            </p:cNvCxnSpPr>
            <p:nvPr/>
          </p:nvCxnSpPr>
          <p:spPr>
            <a:xfrm>
              <a:off x="3203256" y="1509034"/>
              <a:ext cx="293371" cy="0"/>
            </a:xfrm>
            <a:prstGeom prst="line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41355</TotalTime>
  <Words>110</Words>
  <Application>Microsoft Office PowerPoint</Application>
  <PresentationFormat>Widescreen</PresentationFormat>
  <Paragraphs>65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259</cp:revision>
  <dcterms:created xsi:type="dcterms:W3CDTF">2024-05-29T20:58:41Z</dcterms:created>
  <dcterms:modified xsi:type="dcterms:W3CDTF">2026-10-05T03:03:14Z</dcterms:modified>
</cp:coreProperties>
</file>