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AFAFA"/>
    <a:srgbClr val="E4E4E4"/>
    <a:srgbClr val="D9D9D9"/>
    <a:srgbClr val="404040"/>
    <a:srgbClr val="B38969"/>
    <a:srgbClr val="936948"/>
    <a:srgbClr val="C3A88D"/>
    <a:srgbClr val="0070D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400" d="100"/>
          <a:sy n="400" d="100"/>
        </p:scale>
        <p:origin x="-576" y="-1021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2026-05-06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396" name="Group 2395">
            <a:extLst>
              <a:ext uri="{FF2B5EF4-FFF2-40B4-BE49-F238E27FC236}">
                <a16:creationId xmlns:a16="http://schemas.microsoft.com/office/drawing/2014/main" id="{BFD6A218-B2B0-B33B-16BA-1DE954108D6F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86FBF178-2889-6E37-6D34-3D392F3050C4}"/>
              </a:ext>
            </a:extLst>
          </p:cNvPr>
          <p:cNvGrpSpPr/>
          <p:nvPr/>
        </p:nvGrpSpPr>
        <p:grpSpPr>
          <a:xfrm>
            <a:off x="9730062" y="4428575"/>
            <a:ext cx="1362970" cy="1029351"/>
            <a:chOff x="9730062" y="4428575"/>
            <a:chExt cx="1362970" cy="1029351"/>
          </a:xfrm>
        </p:grpSpPr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073" name="Group 2072">
              <a:extLst>
                <a:ext uri="{FF2B5EF4-FFF2-40B4-BE49-F238E27FC236}">
                  <a16:creationId xmlns:a16="http://schemas.microsoft.com/office/drawing/2014/main" id="{069C4434-E3BE-19F8-049C-178E750EBBB5}"/>
                </a:ext>
              </a:extLst>
            </p:cNvPr>
            <p:cNvGrpSpPr/>
            <p:nvPr/>
          </p:nvGrpSpPr>
          <p:grpSpPr>
            <a:xfrm>
              <a:off x="9730062" y="4428575"/>
              <a:ext cx="642220" cy="1029351"/>
              <a:chOff x="2832376" y="4428575"/>
              <a:chExt cx="642220" cy="1029351"/>
            </a:xfrm>
          </p:grpSpPr>
          <p:grpSp>
            <p:nvGrpSpPr>
              <p:cNvPr id="2074" name="Group 2073">
                <a:extLst>
                  <a:ext uri="{FF2B5EF4-FFF2-40B4-BE49-F238E27FC236}">
                    <a16:creationId xmlns:a16="http://schemas.microsoft.com/office/drawing/2014/main" id="{F08EC854-3F7D-1729-DB54-B05DA6836A9D}"/>
                  </a:ext>
                </a:extLst>
              </p:cNvPr>
              <p:cNvGrpSpPr/>
              <p:nvPr/>
            </p:nvGrpSpPr>
            <p:grpSpPr>
              <a:xfrm>
                <a:off x="3335178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2089" name="Freeform: Shape 2088">
                  <a:extLst>
                    <a:ext uri="{FF2B5EF4-FFF2-40B4-BE49-F238E27FC236}">
                      <a16:creationId xmlns:a16="http://schemas.microsoft.com/office/drawing/2014/main" id="{0282CCD4-DDC2-0350-FA07-5924A9154C8C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2090" name="Rectangle: Top Corners Rounded 2089">
                  <a:extLst>
                    <a:ext uri="{FF2B5EF4-FFF2-40B4-BE49-F238E27FC236}">
                      <a16:creationId xmlns:a16="http://schemas.microsoft.com/office/drawing/2014/main" id="{AF2FC8C5-A748-DC0F-128A-1F725FA81C83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2091" name="Freeform: Shape 2090">
                  <a:extLst>
                    <a:ext uri="{FF2B5EF4-FFF2-40B4-BE49-F238E27FC236}">
                      <a16:creationId xmlns:a16="http://schemas.microsoft.com/office/drawing/2014/main" id="{680CA7F2-0F06-1243-0BF7-96F6346A229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F54794AF-B456-1356-CBE6-686407413FEF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2075" name="Rectangle: Rounded Corners 2074">
                <a:extLst>
                  <a:ext uri="{FF2B5EF4-FFF2-40B4-BE49-F238E27FC236}">
                    <a16:creationId xmlns:a16="http://schemas.microsoft.com/office/drawing/2014/main" id="{B98117DF-D4CF-88B7-0C57-F69F1EB12306}"/>
                  </a:ext>
                </a:extLst>
              </p:cNvPr>
              <p:cNvSpPr/>
              <p:nvPr/>
            </p:nvSpPr>
            <p:spPr>
              <a:xfrm>
                <a:off x="2917221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2076" name="Rectangle: Rounded Corners 2075">
                <a:extLst>
                  <a:ext uri="{FF2B5EF4-FFF2-40B4-BE49-F238E27FC236}">
                    <a16:creationId xmlns:a16="http://schemas.microsoft.com/office/drawing/2014/main" id="{C06E0836-865D-F2AB-B056-B0795465D36F}"/>
                  </a:ext>
                </a:extLst>
              </p:cNvPr>
              <p:cNvSpPr/>
              <p:nvPr/>
            </p:nvSpPr>
            <p:spPr>
              <a:xfrm>
                <a:off x="2834578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2077" name="Group 2076">
                <a:extLst>
                  <a:ext uri="{FF2B5EF4-FFF2-40B4-BE49-F238E27FC236}">
                    <a16:creationId xmlns:a16="http://schemas.microsoft.com/office/drawing/2014/main" id="{79D6C077-3BF3-32B2-4760-3C3270D37F40}"/>
                  </a:ext>
                </a:extLst>
              </p:cNvPr>
              <p:cNvGrpSpPr/>
              <p:nvPr/>
            </p:nvGrpSpPr>
            <p:grpSpPr>
              <a:xfrm>
                <a:off x="2914466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2083" name="Freeform: Shape 2082">
                  <a:extLst>
                    <a:ext uri="{FF2B5EF4-FFF2-40B4-BE49-F238E27FC236}">
                      <a16:creationId xmlns:a16="http://schemas.microsoft.com/office/drawing/2014/main" id="{BF4532EC-86E3-F716-A7FA-E8A6CF9C10B5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4" name="Rectangle: Rounded Corners 156">
                  <a:extLst>
                    <a:ext uri="{FF2B5EF4-FFF2-40B4-BE49-F238E27FC236}">
                      <a16:creationId xmlns:a16="http://schemas.microsoft.com/office/drawing/2014/main" id="{691D7D6E-B0B4-1AE8-A563-1DAE04340807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5" name="Oval 2084">
                  <a:extLst>
                    <a:ext uri="{FF2B5EF4-FFF2-40B4-BE49-F238E27FC236}">
                      <a16:creationId xmlns:a16="http://schemas.microsoft.com/office/drawing/2014/main" id="{6EF6619E-676F-7635-D051-28593CD5AA09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086" name="Group 2085">
                  <a:extLst>
                    <a:ext uri="{FF2B5EF4-FFF2-40B4-BE49-F238E27FC236}">
                      <a16:creationId xmlns:a16="http://schemas.microsoft.com/office/drawing/2014/main" id="{7E35193C-E8AF-D0F6-BCAF-86CFDA44BA01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2087" name="Straight Connector 2086">
                    <a:extLst>
                      <a:ext uri="{FF2B5EF4-FFF2-40B4-BE49-F238E27FC236}">
                        <a16:creationId xmlns:a16="http://schemas.microsoft.com/office/drawing/2014/main" id="{B2DF40EA-00DE-B6CC-B77F-4BE9128E83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8" name="Straight Connector 2087">
                    <a:extLst>
                      <a:ext uri="{FF2B5EF4-FFF2-40B4-BE49-F238E27FC236}">
                        <a16:creationId xmlns:a16="http://schemas.microsoft.com/office/drawing/2014/main" id="{00066FB9-A3D8-6AAF-C654-F53CE14BAF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2078" name="Straight Connector 2077">
                <a:extLst>
                  <a:ext uri="{FF2B5EF4-FFF2-40B4-BE49-F238E27FC236}">
                    <a16:creationId xmlns:a16="http://schemas.microsoft.com/office/drawing/2014/main" id="{3811B66E-4A85-A97E-82CC-6755221684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376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79" name="Group 2078">
                <a:extLst>
                  <a:ext uri="{FF2B5EF4-FFF2-40B4-BE49-F238E27FC236}">
                    <a16:creationId xmlns:a16="http://schemas.microsoft.com/office/drawing/2014/main" id="{5FB873AC-8058-470C-17CC-D58AD0A0A085}"/>
                  </a:ext>
                </a:extLst>
              </p:cNvPr>
              <p:cNvGrpSpPr/>
              <p:nvPr/>
            </p:nvGrpSpPr>
            <p:grpSpPr>
              <a:xfrm>
                <a:off x="3151807" y="5148263"/>
                <a:ext cx="119246" cy="119242"/>
                <a:chOff x="4865521" y="4613776"/>
                <a:chExt cx="3647812" cy="3647746"/>
              </a:xfrm>
            </p:grpSpPr>
            <p:sp>
              <p:nvSpPr>
                <p:cNvPr id="2080" name="Oval 2079">
                  <a:extLst>
                    <a:ext uri="{FF2B5EF4-FFF2-40B4-BE49-F238E27FC236}">
                      <a16:creationId xmlns:a16="http://schemas.microsoft.com/office/drawing/2014/main" id="{429CCB76-1800-73B4-F332-5F9EF6A6FDC6}"/>
                    </a:ext>
                  </a:extLst>
                </p:cNvPr>
                <p:cNvSpPr/>
                <p:nvPr/>
              </p:nvSpPr>
              <p:spPr>
                <a:xfrm>
                  <a:off x="4865521" y="4613776"/>
                  <a:ext cx="3647812" cy="3647746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1" name="Freeform: Shape 2080">
                  <a:extLst>
                    <a:ext uri="{FF2B5EF4-FFF2-40B4-BE49-F238E27FC236}">
                      <a16:creationId xmlns:a16="http://schemas.microsoft.com/office/drawing/2014/main" id="{F9DDC85F-C2B5-CF37-3592-1ADF54075D4B}"/>
                    </a:ext>
                  </a:extLst>
                </p:cNvPr>
                <p:cNvSpPr/>
                <p:nvPr/>
              </p:nvSpPr>
              <p:spPr>
                <a:xfrm>
                  <a:off x="5519380" y="5527056"/>
                  <a:ext cx="2339787" cy="2094129"/>
                </a:xfrm>
                <a:custGeom>
                  <a:avLst/>
                  <a:gdLst>
                    <a:gd name="csX0" fmla="*/ 903189 w 2339787"/>
                    <a:gd name="csY0" fmla="*/ 1608789 h 2094129"/>
                    <a:gd name="csX1" fmla="*/ 1019020 w 2339787"/>
                    <a:gd name="csY1" fmla="*/ 1644744 h 2094129"/>
                    <a:gd name="csX2" fmla="*/ 1170048 w 2339787"/>
                    <a:gd name="csY2" fmla="*/ 1659969 h 2094129"/>
                    <a:gd name="csX3" fmla="*/ 1321076 w 2339787"/>
                    <a:gd name="csY3" fmla="*/ 1644745 h 2094129"/>
                    <a:gd name="csX4" fmla="*/ 1425386 w 2339787"/>
                    <a:gd name="csY4" fmla="*/ 1612366 h 2094129"/>
                    <a:gd name="csX5" fmla="*/ 1580475 w 2339787"/>
                    <a:gd name="csY5" fmla="*/ 2019519 h 2094129"/>
                    <a:gd name="csX6" fmla="*/ 1522001 w 2339787"/>
                    <a:gd name="csY6" fmla="*/ 2040920 h 2094129"/>
                    <a:gd name="csX7" fmla="*/ 1170048 w 2339787"/>
                    <a:gd name="csY7" fmla="*/ 2094129 h 2094129"/>
                    <a:gd name="csX8" fmla="*/ 818095 w 2339787"/>
                    <a:gd name="csY8" fmla="*/ 2040920 h 2094129"/>
                    <a:gd name="csX9" fmla="*/ 748314 w 2339787"/>
                    <a:gd name="csY9" fmla="*/ 2015380 h 2094129"/>
                    <a:gd name="csX10" fmla="*/ 1930220 w 2339787"/>
                    <a:gd name="csY10" fmla="*/ 3974 h 2094129"/>
                    <a:gd name="csX11" fmla="*/ 2006949 w 2339787"/>
                    <a:gd name="csY11" fmla="*/ 73709 h 2094129"/>
                    <a:gd name="csX12" fmla="*/ 2329559 w 2339787"/>
                    <a:gd name="csY12" fmla="*/ 672071 h 2094129"/>
                    <a:gd name="csX13" fmla="*/ 2339787 w 2339787"/>
                    <a:gd name="csY13" fmla="*/ 739083 h 2094129"/>
                    <a:gd name="csX14" fmla="*/ 1909138 w 2339787"/>
                    <a:gd name="csY14" fmla="*/ 808429 h 2094129"/>
                    <a:gd name="csX15" fmla="*/ 1904212 w 2339787"/>
                    <a:gd name="csY15" fmla="*/ 759569 h 2094129"/>
                    <a:gd name="csX16" fmla="*/ 1699946 w 2339787"/>
                    <a:gd name="csY16" fmla="*/ 380706 h 2094129"/>
                    <a:gd name="csX17" fmla="*/ 1654238 w 2339787"/>
                    <a:gd name="csY17" fmla="*/ 342994 h 2094129"/>
                    <a:gd name="csX18" fmla="*/ 414249 w 2339787"/>
                    <a:gd name="csY18" fmla="*/ 0 h 2094129"/>
                    <a:gd name="csX19" fmla="*/ 690409 w 2339787"/>
                    <a:gd name="csY19" fmla="*/ 339239 h 2094129"/>
                    <a:gd name="csX20" fmla="*/ 640150 w 2339787"/>
                    <a:gd name="csY20" fmla="*/ 380706 h 2094129"/>
                    <a:gd name="csX21" fmla="*/ 435884 w 2339787"/>
                    <a:gd name="csY21" fmla="*/ 759569 h 2094129"/>
                    <a:gd name="csX22" fmla="*/ 430753 w 2339787"/>
                    <a:gd name="csY22" fmla="*/ 810470 h 2094129"/>
                    <a:gd name="csX23" fmla="*/ 0 w 2339787"/>
                    <a:gd name="csY23" fmla="*/ 741108 h 2094129"/>
                    <a:gd name="csX24" fmla="*/ 10537 w 2339787"/>
                    <a:gd name="csY24" fmla="*/ 672071 h 2094129"/>
                    <a:gd name="csX25" fmla="*/ 333147 w 2339787"/>
                    <a:gd name="csY25" fmla="*/ 73709 h 2094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</a:cxnLst>
                  <a:rect l="l" t="t" r="r" b="b"/>
                  <a:pathLst>
                    <a:path w="2339787" h="2094129">
                      <a:moveTo>
                        <a:pt x="903189" y="1608789"/>
                      </a:moveTo>
                      <a:lnTo>
                        <a:pt x="1019020" y="1644744"/>
                      </a:lnTo>
                      <a:cubicBezTo>
                        <a:pt x="1067803" y="1654727"/>
                        <a:pt x="1118314" y="1659969"/>
                        <a:pt x="1170048" y="1659969"/>
                      </a:cubicBezTo>
                      <a:cubicBezTo>
                        <a:pt x="1221783" y="1659969"/>
                        <a:pt x="1272293" y="1654727"/>
                        <a:pt x="1321076" y="1644745"/>
                      </a:cubicBezTo>
                      <a:lnTo>
                        <a:pt x="1425386" y="1612366"/>
                      </a:lnTo>
                      <a:lnTo>
                        <a:pt x="1580475" y="2019519"/>
                      </a:lnTo>
                      <a:lnTo>
                        <a:pt x="1522001" y="2040920"/>
                      </a:lnTo>
                      <a:cubicBezTo>
                        <a:pt x="1410819" y="2075500"/>
                        <a:pt x="1292609" y="2094129"/>
                        <a:pt x="1170048" y="2094129"/>
                      </a:cubicBezTo>
                      <a:cubicBezTo>
                        <a:pt x="1047487" y="2094129"/>
                        <a:pt x="929277" y="2075500"/>
                        <a:pt x="818095" y="2040920"/>
                      </a:cubicBezTo>
                      <a:lnTo>
                        <a:pt x="748314" y="2015380"/>
                      </a:lnTo>
                      <a:close/>
                      <a:moveTo>
                        <a:pt x="1930220" y="3974"/>
                      </a:moveTo>
                      <a:lnTo>
                        <a:pt x="2006949" y="73709"/>
                      </a:lnTo>
                      <a:cubicBezTo>
                        <a:pt x="2167585" y="234342"/>
                        <a:pt x="2282261" y="440935"/>
                        <a:pt x="2329559" y="672071"/>
                      </a:cubicBezTo>
                      <a:lnTo>
                        <a:pt x="2339787" y="739083"/>
                      </a:lnTo>
                      <a:lnTo>
                        <a:pt x="1909138" y="808429"/>
                      </a:lnTo>
                      <a:lnTo>
                        <a:pt x="1904212" y="759569"/>
                      </a:lnTo>
                      <a:cubicBezTo>
                        <a:pt x="1874265" y="613222"/>
                        <a:pt x="1801656" y="482414"/>
                        <a:pt x="1699946" y="380706"/>
                      </a:cubicBezTo>
                      <a:lnTo>
                        <a:pt x="1654238" y="342994"/>
                      </a:lnTo>
                      <a:close/>
                      <a:moveTo>
                        <a:pt x="414249" y="0"/>
                      </a:moveTo>
                      <a:lnTo>
                        <a:pt x="690409" y="339239"/>
                      </a:lnTo>
                      <a:lnTo>
                        <a:pt x="640150" y="380706"/>
                      </a:lnTo>
                      <a:cubicBezTo>
                        <a:pt x="538440" y="482414"/>
                        <a:pt x="465832" y="613222"/>
                        <a:pt x="435884" y="759569"/>
                      </a:cubicBezTo>
                      <a:lnTo>
                        <a:pt x="430753" y="810470"/>
                      </a:lnTo>
                      <a:lnTo>
                        <a:pt x="0" y="741108"/>
                      </a:lnTo>
                      <a:lnTo>
                        <a:pt x="10537" y="672071"/>
                      </a:lnTo>
                      <a:cubicBezTo>
                        <a:pt x="57835" y="440935"/>
                        <a:pt x="172511" y="234342"/>
                        <a:pt x="333147" y="7370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2" name="Oval 2081">
                  <a:extLst>
                    <a:ext uri="{FF2B5EF4-FFF2-40B4-BE49-F238E27FC236}">
                      <a16:creationId xmlns:a16="http://schemas.microsoft.com/office/drawing/2014/main" id="{A83362C8-A2FA-1386-7F5D-AAEB10197068}"/>
                    </a:ext>
                  </a:extLst>
                </p:cNvPr>
                <p:cNvSpPr/>
                <p:nvPr/>
              </p:nvSpPr>
              <p:spPr>
                <a:xfrm>
                  <a:off x="6587460" y="6335684"/>
                  <a:ext cx="203934" cy="203930"/>
                </a:xfrm>
                <a:prstGeom prst="ellipse">
                  <a:avLst/>
                </a:pr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959018D7-F4F4-6830-104E-DCBE8C94EE59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276" name="Picture 2" descr="Differential Mobility Analyzer 3085">
            <a:extLst>
              <a:ext uri="{FF2B5EF4-FFF2-40B4-BE49-F238E27FC236}">
                <a16:creationId xmlns:a16="http://schemas.microsoft.com/office/drawing/2014/main" id="{EF4CBF06-44D1-7AEA-0733-B6E42667F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9252" y="-4650221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37618</TotalTime>
  <Words>97</Words>
  <Application>Microsoft Office PowerPoint</Application>
  <PresentationFormat>Widescreen</PresentationFormat>
  <Paragraphs>58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217</cp:revision>
  <dcterms:created xsi:type="dcterms:W3CDTF">2024-05-29T20:58:41Z</dcterms:created>
  <dcterms:modified xsi:type="dcterms:W3CDTF">2026-05-06T19:42:24Z</dcterms:modified>
</cp:coreProperties>
</file>