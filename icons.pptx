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44D"/>
    <a:srgbClr val="F6B803"/>
    <a:srgbClr val="8AB894"/>
    <a:srgbClr val="0F9ED5"/>
    <a:srgbClr val="0070DA"/>
    <a:srgbClr val="B5BB42"/>
    <a:srgbClr val="D9D9D9"/>
    <a:srgbClr val="FF0000"/>
    <a:srgbClr val="C21C23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400" d="100"/>
          <a:sy n="400" d="100"/>
        </p:scale>
        <p:origin x="-19782" y="-37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2026-09-10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823225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9733317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8470106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0451305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1532B1-818C-7A8A-29B4-78090D141BC5}"/>
              </a:ext>
            </a:extLst>
          </p:cNvPr>
          <p:cNvSpPr/>
          <p:nvPr/>
        </p:nvSpPr>
        <p:spPr>
          <a:xfrm>
            <a:off x="2181707" y="4604854"/>
            <a:ext cx="1123134" cy="688372"/>
          </a:xfrm>
          <a:prstGeom prst="roundRect">
            <a:avLst>
              <a:gd name="adj" fmla="val 3752"/>
            </a:avLst>
          </a:prstGeom>
          <a:solidFill>
            <a:srgbClr val="B38969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E2A23C-3E37-DB36-6E21-AAA937022F26}"/>
              </a:ext>
            </a:extLst>
          </p:cNvPr>
          <p:cNvSpPr/>
          <p:nvPr/>
        </p:nvSpPr>
        <p:spPr>
          <a:xfrm>
            <a:off x="2226617" y="4643438"/>
            <a:ext cx="1033314" cy="611204"/>
          </a:xfrm>
          <a:prstGeom prst="roundRect">
            <a:avLst>
              <a:gd name="adj" fmla="val 1025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2400" dirty="0">
              <a:cs typeface="Segoe UI" panose="020B0502040204020203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DEA165D-4E97-B797-36AD-8D3FECDFD677}"/>
              </a:ext>
            </a:extLst>
          </p:cNvPr>
          <p:cNvGrpSpPr/>
          <p:nvPr/>
        </p:nvGrpSpPr>
        <p:grpSpPr>
          <a:xfrm>
            <a:off x="2584921" y="4888153"/>
            <a:ext cx="316707" cy="71438"/>
            <a:chOff x="2955131" y="5815012"/>
            <a:chExt cx="316707" cy="71438"/>
          </a:xfrm>
          <a:solidFill>
            <a:srgbClr val="404040"/>
          </a:solidFill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D59CE75-DFD2-3999-9CE6-95F2165DD5E3}"/>
                </a:ext>
              </a:extLst>
            </p:cNvPr>
            <p:cNvSpPr/>
            <p:nvPr/>
          </p:nvSpPr>
          <p:spPr>
            <a:xfrm>
              <a:off x="2955131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1C8711A-C1DA-6624-6CBB-E667ABDD0C0A}"/>
                </a:ext>
              </a:extLst>
            </p:cNvPr>
            <p:cNvSpPr/>
            <p:nvPr/>
          </p:nvSpPr>
          <p:spPr>
            <a:xfrm>
              <a:off x="3200400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33DB4FB-838F-30FD-0BE7-3C474D0AE3C6}"/>
              </a:ext>
            </a:extLst>
          </p:cNvPr>
          <p:cNvGrpSpPr/>
          <p:nvPr/>
        </p:nvGrpSpPr>
        <p:grpSpPr>
          <a:xfrm>
            <a:off x="2307795" y="4698945"/>
            <a:ext cx="870958" cy="59535"/>
            <a:chOff x="2691394" y="5680549"/>
            <a:chExt cx="870958" cy="59535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0439E524-51FA-C6AC-CF27-8C492E6ED386}"/>
                </a:ext>
              </a:extLst>
            </p:cNvPr>
            <p:cNvSpPr/>
            <p:nvPr/>
          </p:nvSpPr>
          <p:spPr>
            <a:xfrm rot="205352">
              <a:off x="2691394" y="5680549"/>
              <a:ext cx="36000" cy="59535"/>
            </a:xfrm>
            <a:prstGeom prst="roundRect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FB2D224-382C-EFC1-6918-DE3766992911}"/>
                </a:ext>
              </a:extLst>
            </p:cNvPr>
            <p:cNvCxnSpPr>
              <a:cxnSpLocks/>
            </p:cNvCxnSpPr>
            <p:nvPr/>
          </p:nvCxnSpPr>
          <p:spPr>
            <a:xfrm>
              <a:off x="2747964" y="5724525"/>
              <a:ext cx="6429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11667FC-FD8E-89DA-13C3-1C951675B473}"/>
                </a:ext>
              </a:extLst>
            </p:cNvPr>
            <p:cNvCxnSpPr>
              <a:cxnSpLocks/>
            </p:cNvCxnSpPr>
            <p:nvPr/>
          </p:nvCxnSpPr>
          <p:spPr>
            <a:xfrm>
              <a:off x="3464719" y="5707856"/>
              <a:ext cx="97633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D04655E-20BE-01D2-D494-BBA2BEE58CE3}"/>
              </a:ext>
            </a:extLst>
          </p:cNvPr>
          <p:cNvGrpSpPr/>
          <p:nvPr/>
        </p:nvGrpSpPr>
        <p:grpSpPr>
          <a:xfrm>
            <a:off x="2333149" y="5112340"/>
            <a:ext cx="820250" cy="98518"/>
            <a:chOff x="946638" y="5859782"/>
            <a:chExt cx="1409520" cy="169294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52AA731C-4C88-D0FF-5606-687482F86B95}"/>
                </a:ext>
              </a:extLst>
            </p:cNvPr>
            <p:cNvSpPr/>
            <p:nvPr/>
          </p:nvSpPr>
          <p:spPr>
            <a:xfrm>
              <a:off x="94663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9A1BC0F4-2A25-725E-B1B9-5A22A57A0AC1}"/>
                </a:ext>
              </a:extLst>
            </p:cNvPr>
            <p:cNvSpPr/>
            <p:nvPr/>
          </p:nvSpPr>
          <p:spPr>
            <a:xfrm>
              <a:off x="105068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3BEBC72-56E4-F645-F74D-4486C5449B33}"/>
                </a:ext>
              </a:extLst>
            </p:cNvPr>
            <p:cNvSpPr/>
            <p:nvPr/>
          </p:nvSpPr>
          <p:spPr>
            <a:xfrm>
              <a:off x="115472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AFD4A21A-0F9D-D744-29FC-D2707DF62F12}"/>
                </a:ext>
              </a:extLst>
            </p:cNvPr>
            <p:cNvSpPr/>
            <p:nvPr/>
          </p:nvSpPr>
          <p:spPr>
            <a:xfrm>
              <a:off x="125876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4A01DE3-604C-A1B3-3FF7-7289DB8EF983}"/>
                </a:ext>
              </a:extLst>
            </p:cNvPr>
            <p:cNvSpPr/>
            <p:nvPr/>
          </p:nvSpPr>
          <p:spPr>
            <a:xfrm>
              <a:off x="100428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0BB23C79-927B-E268-0996-3DDEFC2E5791}"/>
                </a:ext>
              </a:extLst>
            </p:cNvPr>
            <p:cNvSpPr/>
            <p:nvPr/>
          </p:nvSpPr>
          <p:spPr>
            <a:xfrm>
              <a:off x="110832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80259AB0-AEDA-A62D-261F-989ABFCC7645}"/>
                </a:ext>
              </a:extLst>
            </p:cNvPr>
            <p:cNvSpPr/>
            <p:nvPr/>
          </p:nvSpPr>
          <p:spPr>
            <a:xfrm>
              <a:off x="121236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C3FAF6A-A977-9E8F-4026-46761DB1A37A}"/>
                </a:ext>
              </a:extLst>
            </p:cNvPr>
            <p:cNvSpPr/>
            <p:nvPr/>
          </p:nvSpPr>
          <p:spPr>
            <a:xfrm>
              <a:off x="136280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5BE6EFD-F35D-3BE9-17E9-07DB6ED70C4C}"/>
                </a:ext>
              </a:extLst>
            </p:cNvPr>
            <p:cNvSpPr/>
            <p:nvPr/>
          </p:nvSpPr>
          <p:spPr>
            <a:xfrm>
              <a:off x="146684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A700C57-6672-CBF5-99DC-DDE6C4691A28}"/>
                </a:ext>
              </a:extLst>
            </p:cNvPr>
            <p:cNvSpPr/>
            <p:nvPr/>
          </p:nvSpPr>
          <p:spPr>
            <a:xfrm>
              <a:off x="131641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FEBA6F-6EC2-9195-232C-503B3214587E}"/>
                </a:ext>
              </a:extLst>
            </p:cNvPr>
            <p:cNvSpPr/>
            <p:nvPr/>
          </p:nvSpPr>
          <p:spPr>
            <a:xfrm>
              <a:off x="142045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D7EBFBC-4CBC-17C4-120D-8F4FB953EADC}"/>
                </a:ext>
              </a:extLst>
            </p:cNvPr>
            <p:cNvSpPr/>
            <p:nvPr/>
          </p:nvSpPr>
          <p:spPr>
            <a:xfrm>
              <a:off x="157089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9FFA645-363B-FE4D-5A43-BB34524CA872}"/>
                </a:ext>
              </a:extLst>
            </p:cNvPr>
            <p:cNvSpPr/>
            <p:nvPr/>
          </p:nvSpPr>
          <p:spPr>
            <a:xfrm>
              <a:off x="167493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EA675674-2F7C-920F-24A5-F9F992091D33}"/>
                </a:ext>
              </a:extLst>
            </p:cNvPr>
            <p:cNvSpPr/>
            <p:nvPr/>
          </p:nvSpPr>
          <p:spPr>
            <a:xfrm>
              <a:off x="152449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D7AC1F11-DD11-2084-367F-65ADC260CAF1}"/>
                </a:ext>
              </a:extLst>
            </p:cNvPr>
            <p:cNvSpPr/>
            <p:nvPr/>
          </p:nvSpPr>
          <p:spPr>
            <a:xfrm>
              <a:off x="162853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91C2AB68-B83A-BD06-12CF-B9EBFA9D8B78}"/>
                </a:ext>
              </a:extLst>
            </p:cNvPr>
            <p:cNvSpPr/>
            <p:nvPr/>
          </p:nvSpPr>
          <p:spPr>
            <a:xfrm>
              <a:off x="177897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F82E83F5-B125-741C-E95D-656A5FE1B4ED}"/>
                </a:ext>
              </a:extLst>
            </p:cNvPr>
            <p:cNvSpPr/>
            <p:nvPr/>
          </p:nvSpPr>
          <p:spPr>
            <a:xfrm>
              <a:off x="188301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1D0C66BD-C673-0FCA-E249-5966F1F37A0B}"/>
                </a:ext>
              </a:extLst>
            </p:cNvPr>
            <p:cNvSpPr/>
            <p:nvPr/>
          </p:nvSpPr>
          <p:spPr>
            <a:xfrm>
              <a:off x="173257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5139D392-5B6E-60C0-9906-F5756DAC4812}"/>
                </a:ext>
              </a:extLst>
            </p:cNvPr>
            <p:cNvSpPr/>
            <p:nvPr/>
          </p:nvSpPr>
          <p:spPr>
            <a:xfrm>
              <a:off x="183662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D268197B-5F67-AA98-BDF4-C6D86A75A5BA}"/>
                </a:ext>
              </a:extLst>
            </p:cNvPr>
            <p:cNvSpPr/>
            <p:nvPr/>
          </p:nvSpPr>
          <p:spPr>
            <a:xfrm>
              <a:off x="198705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FD5C7826-4ABF-AB49-F8B6-778C7D5FA191}"/>
                </a:ext>
              </a:extLst>
            </p:cNvPr>
            <p:cNvSpPr/>
            <p:nvPr/>
          </p:nvSpPr>
          <p:spPr>
            <a:xfrm>
              <a:off x="209110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1768711B-345C-80A1-1D9E-1DFD07768E8D}"/>
                </a:ext>
              </a:extLst>
            </p:cNvPr>
            <p:cNvSpPr/>
            <p:nvPr/>
          </p:nvSpPr>
          <p:spPr>
            <a:xfrm>
              <a:off x="194066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1ECD5B4-0FCF-B526-1A6E-82E900A2CEF6}"/>
                </a:ext>
              </a:extLst>
            </p:cNvPr>
            <p:cNvSpPr/>
            <p:nvPr/>
          </p:nvSpPr>
          <p:spPr>
            <a:xfrm>
              <a:off x="204470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6B43217-7119-7BEB-8D88-70F26F9547DE}"/>
                </a:ext>
              </a:extLst>
            </p:cNvPr>
            <p:cNvSpPr/>
            <p:nvPr/>
          </p:nvSpPr>
          <p:spPr>
            <a:xfrm>
              <a:off x="219514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0CACEBA-E3DF-9619-A7A1-3CE126A8412B}"/>
                </a:ext>
              </a:extLst>
            </p:cNvPr>
            <p:cNvSpPr/>
            <p:nvPr/>
          </p:nvSpPr>
          <p:spPr>
            <a:xfrm>
              <a:off x="229918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BA21BE3-F2BE-8C92-E9FE-22EFC39D3B0D}"/>
                </a:ext>
              </a:extLst>
            </p:cNvPr>
            <p:cNvSpPr/>
            <p:nvPr/>
          </p:nvSpPr>
          <p:spPr>
            <a:xfrm>
              <a:off x="214874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C57A3E3A-A34D-0EFC-1382-19113216FB17}"/>
                </a:ext>
              </a:extLst>
            </p:cNvPr>
            <p:cNvSpPr/>
            <p:nvPr/>
          </p:nvSpPr>
          <p:spPr>
            <a:xfrm>
              <a:off x="225278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7FE8E3A1-3A4E-10B5-3961-62220C41FC0E}"/>
                </a:ext>
              </a:extLst>
            </p:cNvPr>
            <p:cNvSpPr/>
            <p:nvPr/>
          </p:nvSpPr>
          <p:spPr>
            <a:xfrm>
              <a:off x="101380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75A6F15-15EA-7009-2C7B-8B53D70F2587}"/>
                </a:ext>
              </a:extLst>
            </p:cNvPr>
            <p:cNvSpPr/>
            <p:nvPr/>
          </p:nvSpPr>
          <p:spPr>
            <a:xfrm>
              <a:off x="111785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35ABB8BF-73C5-0FAB-F3BB-BE5196070C0E}"/>
                </a:ext>
              </a:extLst>
            </p:cNvPr>
            <p:cNvSpPr/>
            <p:nvPr/>
          </p:nvSpPr>
          <p:spPr>
            <a:xfrm>
              <a:off x="122189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3220F158-6580-F032-B527-CFB73D0E32AC}"/>
                </a:ext>
              </a:extLst>
            </p:cNvPr>
            <p:cNvSpPr/>
            <p:nvPr/>
          </p:nvSpPr>
          <p:spPr>
            <a:xfrm>
              <a:off x="132593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D8F94F2E-8D85-1EE7-97E9-864880C4734A}"/>
                </a:ext>
              </a:extLst>
            </p:cNvPr>
            <p:cNvSpPr/>
            <p:nvPr/>
          </p:nvSpPr>
          <p:spPr>
            <a:xfrm>
              <a:off x="142997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BFA5225D-8E82-9C79-91CF-B16D8F4DF41B}"/>
                </a:ext>
              </a:extLst>
            </p:cNvPr>
            <p:cNvSpPr/>
            <p:nvPr/>
          </p:nvSpPr>
          <p:spPr>
            <a:xfrm>
              <a:off x="153401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7DAACCA4-308B-9F44-B30F-C2F49FF2024E}"/>
                </a:ext>
              </a:extLst>
            </p:cNvPr>
            <p:cNvSpPr/>
            <p:nvPr/>
          </p:nvSpPr>
          <p:spPr>
            <a:xfrm>
              <a:off x="163806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B5873D77-4367-EC8B-1AB2-CE7E21A6110D}"/>
                </a:ext>
              </a:extLst>
            </p:cNvPr>
            <p:cNvSpPr/>
            <p:nvPr/>
          </p:nvSpPr>
          <p:spPr>
            <a:xfrm>
              <a:off x="174210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7FB4E203-9C9F-3C41-CB99-5142AEF366A8}"/>
                </a:ext>
              </a:extLst>
            </p:cNvPr>
            <p:cNvSpPr/>
            <p:nvPr/>
          </p:nvSpPr>
          <p:spPr>
            <a:xfrm>
              <a:off x="184614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71425DAC-9F97-DAD0-4241-0AFB38E2EFDE}"/>
                </a:ext>
              </a:extLst>
            </p:cNvPr>
            <p:cNvSpPr/>
            <p:nvPr/>
          </p:nvSpPr>
          <p:spPr>
            <a:xfrm>
              <a:off x="195018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791CFE5B-43C4-7CBD-CE5F-9472882EB894}"/>
                </a:ext>
              </a:extLst>
            </p:cNvPr>
            <p:cNvSpPr/>
            <p:nvPr/>
          </p:nvSpPr>
          <p:spPr>
            <a:xfrm>
              <a:off x="205422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9EC8593B-FD66-00E4-4018-2DDB3DA1CA58}"/>
                </a:ext>
              </a:extLst>
            </p:cNvPr>
            <p:cNvSpPr/>
            <p:nvPr/>
          </p:nvSpPr>
          <p:spPr>
            <a:xfrm>
              <a:off x="215827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3577C94-568B-C3E0-1BAF-946D8F486209}"/>
                </a:ext>
              </a:extLst>
            </p:cNvPr>
            <p:cNvSpPr/>
            <p:nvPr/>
          </p:nvSpPr>
          <p:spPr>
            <a:xfrm>
              <a:off x="226231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327" name="Group 2326">
            <a:extLst>
              <a:ext uri="{FF2B5EF4-FFF2-40B4-BE49-F238E27FC236}">
                <a16:creationId xmlns:a16="http://schemas.microsoft.com/office/drawing/2014/main" id="{14246191-37F6-CBAC-ACD5-95D67C6F23C5}"/>
              </a:ext>
            </a:extLst>
          </p:cNvPr>
          <p:cNvGrpSpPr/>
          <p:nvPr/>
        </p:nvGrpSpPr>
        <p:grpSpPr>
          <a:xfrm>
            <a:off x="2590881" y="4864365"/>
            <a:ext cx="304787" cy="0"/>
            <a:chOff x="2981243" y="5779294"/>
            <a:chExt cx="304787" cy="0"/>
          </a:xfrm>
        </p:grpSpPr>
        <p:cxnSp>
          <p:nvCxnSpPr>
            <p:cNvPr id="2328" name="Straight Connector 2327">
              <a:extLst>
                <a:ext uri="{FF2B5EF4-FFF2-40B4-BE49-F238E27FC236}">
                  <a16:creationId xmlns:a16="http://schemas.microsoft.com/office/drawing/2014/main" id="{97BE24E8-A8BC-58F5-CF5E-A045CB917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511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9" name="Straight Connector 2328">
              <a:extLst>
                <a:ext uri="{FF2B5EF4-FFF2-40B4-BE49-F238E27FC236}">
                  <a16:creationId xmlns:a16="http://schemas.microsoft.com/office/drawing/2014/main" id="{01F04E76-6ABB-3B19-7731-BDA8B6D0A42E}"/>
                </a:ext>
              </a:extLst>
            </p:cNvPr>
            <p:cNvCxnSpPr>
              <a:cxnSpLocks/>
            </p:cNvCxnSpPr>
            <p:nvPr/>
          </p:nvCxnSpPr>
          <p:spPr>
            <a:xfrm>
              <a:off x="2981243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09453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90479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91755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5785311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5640133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2688017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2698014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147106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008413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3375764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3559286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39347</TotalTime>
  <Words>105</Words>
  <Application>Microsoft Office PowerPoint</Application>
  <PresentationFormat>Widescreen</PresentationFormat>
  <Paragraphs>61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237</cp:revision>
  <dcterms:created xsi:type="dcterms:W3CDTF">2024-05-29T20:58:41Z</dcterms:created>
  <dcterms:modified xsi:type="dcterms:W3CDTF">2026-09-11T19:02:46Z</dcterms:modified>
</cp:coreProperties>
</file>