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404040"/>
    <a:srgbClr val="0070DA"/>
    <a:srgbClr val="89C6DB"/>
    <a:srgbClr val="D9D9D9"/>
    <a:srgbClr val="47CFFF"/>
    <a:srgbClr val="00A44D"/>
    <a:srgbClr val="F6B803"/>
    <a:srgbClr val="8AB894"/>
    <a:srgbClr val="0F9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100" d="100"/>
          <a:sy n="100" d="100"/>
        </p:scale>
        <p:origin x="41" y="-329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6ABD6D9B-0B9D-A25A-D270-C1CCF70C86B6}"/>
              </a:ext>
            </a:extLst>
          </p:cNvPr>
          <p:cNvSpPr/>
          <p:nvPr/>
        </p:nvSpPr>
        <p:spPr>
          <a:xfrm rot="19308453">
            <a:off x="10181952" y="5151020"/>
            <a:ext cx="168729" cy="245239"/>
          </a:xfrm>
          <a:prstGeom prst="round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060" name="Freeform: Shape 2059">
            <a:extLst>
              <a:ext uri="{FF2B5EF4-FFF2-40B4-BE49-F238E27FC236}">
                <a16:creationId xmlns:a16="http://schemas.microsoft.com/office/drawing/2014/main" id="{A838A026-0902-0079-2E0F-A5D2443BB61F}"/>
              </a:ext>
            </a:extLst>
          </p:cNvPr>
          <p:cNvSpPr/>
          <p:nvPr/>
        </p:nvSpPr>
        <p:spPr>
          <a:xfrm rot="19308453">
            <a:off x="10206492" y="5221903"/>
            <a:ext cx="168729" cy="165860"/>
          </a:xfrm>
          <a:custGeom>
            <a:avLst/>
            <a:gdLst>
              <a:gd name="csX0" fmla="*/ 0 w 168729"/>
              <a:gd name="csY0" fmla="*/ 0 h 165860"/>
              <a:gd name="csX1" fmla="*/ 168729 w 168729"/>
              <a:gd name="csY1" fmla="*/ 132740 h 165860"/>
              <a:gd name="csX2" fmla="*/ 168729 w 168729"/>
              <a:gd name="csY2" fmla="*/ 137738 h 165860"/>
              <a:gd name="csX3" fmla="*/ 140607 w 168729"/>
              <a:gd name="csY3" fmla="*/ 165860 h 165860"/>
              <a:gd name="csX4" fmla="*/ 28122 w 168729"/>
              <a:gd name="csY4" fmla="*/ 165860 h 165860"/>
              <a:gd name="csX5" fmla="*/ 0 w 168729"/>
              <a:gd name="csY5" fmla="*/ 137738 h 165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8729" h="165860">
                <a:moveTo>
                  <a:pt x="0" y="0"/>
                </a:moveTo>
                <a:lnTo>
                  <a:pt x="168729" y="132740"/>
                </a:lnTo>
                <a:lnTo>
                  <a:pt x="168729" y="137738"/>
                </a:lnTo>
                <a:cubicBezTo>
                  <a:pt x="168729" y="153269"/>
                  <a:pt x="156138" y="165860"/>
                  <a:pt x="140607" y="165860"/>
                </a:cubicBezTo>
                <a:lnTo>
                  <a:pt x="28122" y="165860"/>
                </a:lnTo>
                <a:cubicBezTo>
                  <a:pt x="12591" y="165860"/>
                  <a:pt x="0" y="153269"/>
                  <a:pt x="0" y="137738"/>
                </a:cubicBezTo>
                <a:close/>
              </a:path>
            </a:pathLst>
          </a:custGeom>
          <a:solidFill>
            <a:srgbClr val="89C6DB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246CD2D-B0DB-646E-577D-99006424C0F3}"/>
              </a:ext>
            </a:extLst>
          </p:cNvPr>
          <p:cNvSpPr/>
          <p:nvPr/>
        </p:nvSpPr>
        <p:spPr>
          <a:xfrm>
            <a:off x="9710087" y="4765102"/>
            <a:ext cx="524156" cy="694638"/>
          </a:xfrm>
          <a:prstGeom prst="roundRect">
            <a:avLst>
              <a:gd name="adj" fmla="val 4870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B753B533-AFF3-4503-595A-8F2D5C624223}"/>
              </a:ext>
            </a:extLst>
          </p:cNvPr>
          <p:cNvSpPr/>
          <p:nvPr/>
        </p:nvSpPr>
        <p:spPr>
          <a:xfrm>
            <a:off x="9710087" y="4765102"/>
            <a:ext cx="524156" cy="397448"/>
          </a:xfrm>
          <a:custGeom>
            <a:avLst/>
            <a:gdLst>
              <a:gd name="csX0" fmla="*/ 25526 w 524156"/>
              <a:gd name="csY0" fmla="*/ 0 h 397448"/>
              <a:gd name="csX1" fmla="*/ 498630 w 524156"/>
              <a:gd name="csY1" fmla="*/ 0 h 397448"/>
              <a:gd name="csX2" fmla="*/ 524156 w 524156"/>
              <a:gd name="csY2" fmla="*/ 25526 h 397448"/>
              <a:gd name="csX3" fmla="*/ 524156 w 524156"/>
              <a:gd name="csY3" fmla="*/ 397448 h 397448"/>
              <a:gd name="csX4" fmla="*/ 0 w 524156"/>
              <a:gd name="csY4" fmla="*/ 397448 h 397448"/>
              <a:gd name="csX5" fmla="*/ 0 w 524156"/>
              <a:gd name="csY5" fmla="*/ 25526 h 397448"/>
              <a:gd name="csX6" fmla="*/ 25526 w 524156"/>
              <a:gd name="csY6" fmla="*/ 0 h 397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156" h="397448">
                <a:moveTo>
                  <a:pt x="25526" y="0"/>
                </a:moveTo>
                <a:lnTo>
                  <a:pt x="498630" y="0"/>
                </a:lnTo>
                <a:cubicBezTo>
                  <a:pt x="512728" y="0"/>
                  <a:pt x="524156" y="11428"/>
                  <a:pt x="524156" y="25526"/>
                </a:cubicBezTo>
                <a:lnTo>
                  <a:pt x="524156" y="397448"/>
                </a:lnTo>
                <a:lnTo>
                  <a:pt x="0" y="397448"/>
                </a:lnTo>
                <a:lnTo>
                  <a:pt x="0" y="25526"/>
                </a:lnTo>
                <a:cubicBezTo>
                  <a:pt x="0" y="11428"/>
                  <a:pt x="11428" y="0"/>
                  <a:pt x="2552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23881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112819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58134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806126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446689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1072157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3717975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073085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5822476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096202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3907963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704959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10599892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7743083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1317880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3AE32E-3F43-8E0D-741F-F539ECCEF99A}"/>
              </a:ext>
            </a:extLst>
          </p:cNvPr>
          <p:cNvGrpSpPr/>
          <p:nvPr/>
        </p:nvGrpSpPr>
        <p:grpSpPr>
          <a:xfrm>
            <a:off x="8653280" y="4765102"/>
            <a:ext cx="524156" cy="694638"/>
            <a:chOff x="9329779" y="4765102"/>
            <a:chExt cx="524156" cy="69463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D67F852-9E54-4B97-CE44-74F286430A8E}"/>
                </a:ext>
              </a:extLst>
            </p:cNvPr>
            <p:cNvSpPr/>
            <p:nvPr/>
          </p:nvSpPr>
          <p:spPr>
            <a:xfrm>
              <a:off x="9329779" y="4765102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7EA8AF-0832-1791-49AD-700174C44929}"/>
                </a:ext>
              </a:extLst>
            </p:cNvPr>
            <p:cNvSpPr/>
            <p:nvPr/>
          </p:nvSpPr>
          <p:spPr>
            <a:xfrm>
              <a:off x="9439327" y="530465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F9998A2-4350-0567-94AB-A4DAE26CA117}"/>
                </a:ext>
              </a:extLst>
            </p:cNvPr>
            <p:cNvSpPr/>
            <p:nvPr/>
          </p:nvSpPr>
          <p:spPr>
            <a:xfrm>
              <a:off x="9529832" y="5364825"/>
              <a:ext cx="45292" cy="45292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8CB3627D-2B9F-26CE-A067-7B12739A0421}"/>
                </a:ext>
              </a:extLst>
            </p:cNvPr>
            <p:cNvSpPr/>
            <p:nvPr/>
          </p:nvSpPr>
          <p:spPr>
            <a:xfrm>
              <a:off x="9404424" y="4833939"/>
              <a:ext cx="290666" cy="216353"/>
            </a:xfrm>
            <a:prstGeom prst="roundRect">
              <a:avLst>
                <a:gd name="adj" fmla="val 18553"/>
              </a:avLst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A3A6767-CFCE-7220-9756-B1FC91D95F10}"/>
                </a:ext>
              </a:extLst>
            </p:cNvPr>
            <p:cNvSpPr/>
            <p:nvPr/>
          </p:nvSpPr>
          <p:spPr>
            <a:xfrm>
              <a:off x="9438451" y="4866595"/>
              <a:ext cx="222613" cy="151040"/>
            </a:xfrm>
            <a:prstGeom prst="roundRect">
              <a:avLst>
                <a:gd name="adj" fmla="val 10360"/>
              </a:avLst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D58F3C4-B2FF-C23D-8841-AD0953C795E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42" y="4967290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A5CA05-7F2E-DF1E-019E-47096719AB9E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42833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429F9FF-5CFA-C37E-FC22-AF5B7591AF1F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02011"/>
              <a:ext cx="94722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ADC0F8A-801B-CE68-1A20-F4098A98919E}"/>
                </a:ext>
              </a:extLst>
            </p:cNvPr>
            <p:cNvSpPr/>
            <p:nvPr/>
          </p:nvSpPr>
          <p:spPr>
            <a:xfrm>
              <a:off x="9592425" y="5326724"/>
              <a:ext cx="45292" cy="4529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3A5A1E6-F085-1716-B297-990054AA630D}"/>
              </a:ext>
            </a:extLst>
          </p:cNvPr>
          <p:cNvSpPr/>
          <p:nvPr/>
        </p:nvSpPr>
        <p:spPr>
          <a:xfrm>
            <a:off x="8488453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Magic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053F3A6-98F1-BD01-3102-14031BFE90EE}"/>
              </a:ext>
            </a:extLst>
          </p:cNvPr>
          <p:cNvSpPr/>
          <p:nvPr/>
        </p:nvSpPr>
        <p:spPr>
          <a:xfrm>
            <a:off x="9846470" y="5287468"/>
            <a:ext cx="251390" cy="172272"/>
          </a:xfrm>
          <a:custGeom>
            <a:avLst/>
            <a:gdLst>
              <a:gd name="connsiteX0" fmla="*/ 36778 w 220663"/>
              <a:gd name="connsiteY0" fmla="*/ 0 h 151218"/>
              <a:gd name="connsiteX1" fmla="*/ 183885 w 220663"/>
              <a:gd name="connsiteY1" fmla="*/ 0 h 151218"/>
              <a:gd name="connsiteX2" fmla="*/ 220663 w 220663"/>
              <a:gd name="connsiteY2" fmla="*/ 36778 h 151218"/>
              <a:gd name="connsiteX3" fmla="*/ 220663 w 220663"/>
              <a:gd name="connsiteY3" fmla="*/ 151218 h 151218"/>
              <a:gd name="connsiteX4" fmla="*/ 0 w 220663"/>
              <a:gd name="connsiteY4" fmla="*/ 151218 h 151218"/>
              <a:gd name="connsiteX5" fmla="*/ 0 w 220663"/>
              <a:gd name="connsiteY5" fmla="*/ 36778 h 151218"/>
              <a:gd name="connsiteX6" fmla="*/ 36778 w 220663"/>
              <a:gd name="connsiteY6" fmla="*/ 0 h 151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663" h="151218">
                <a:moveTo>
                  <a:pt x="36778" y="0"/>
                </a:moveTo>
                <a:lnTo>
                  <a:pt x="183885" y="0"/>
                </a:lnTo>
                <a:cubicBezTo>
                  <a:pt x="204197" y="0"/>
                  <a:pt x="220663" y="16466"/>
                  <a:pt x="220663" y="36778"/>
                </a:cubicBezTo>
                <a:lnTo>
                  <a:pt x="220663" y="151218"/>
                </a:lnTo>
                <a:lnTo>
                  <a:pt x="0" y="151218"/>
                </a:lnTo>
                <a:lnTo>
                  <a:pt x="0" y="36778"/>
                </a:lnTo>
                <a:cubicBezTo>
                  <a:pt x="0" y="16466"/>
                  <a:pt x="16466" y="0"/>
                  <a:pt x="36778" y="0"/>
                </a:cubicBezTo>
                <a:close/>
              </a:path>
            </a:pathLst>
          </a:cu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4C554F7-1884-E4A7-53E5-4FC23197B816}"/>
              </a:ext>
            </a:extLst>
          </p:cNvPr>
          <p:cNvSpPr/>
          <p:nvPr/>
        </p:nvSpPr>
        <p:spPr>
          <a:xfrm>
            <a:off x="9949519" y="5344414"/>
            <a:ext cx="45292" cy="45292"/>
          </a:xfrm>
          <a:prstGeom prst="ellipse">
            <a:avLst/>
          </a:pr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1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549AD0B-C973-3D45-32D8-7294FC1AF589}"/>
              </a:ext>
            </a:extLst>
          </p:cNvPr>
          <p:cNvSpPr/>
          <p:nvPr/>
        </p:nvSpPr>
        <p:spPr>
          <a:xfrm>
            <a:off x="9839666" y="4835981"/>
            <a:ext cx="264998" cy="195942"/>
          </a:xfrm>
          <a:prstGeom prst="roundRect">
            <a:avLst>
              <a:gd name="adj" fmla="val 18553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>
              <a:cs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130EB22-2BE7-8262-5928-C7725138D801}"/>
              </a:ext>
            </a:extLst>
          </p:cNvPr>
          <p:cNvSpPr/>
          <p:nvPr/>
        </p:nvSpPr>
        <p:spPr>
          <a:xfrm>
            <a:off x="9870688" y="4865556"/>
            <a:ext cx="202956" cy="136790"/>
          </a:xfrm>
          <a:prstGeom prst="roundRect">
            <a:avLst>
              <a:gd name="adj" fmla="val 10360"/>
            </a:avLst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E2171B-7F32-57A3-EB1E-26872631EF95}"/>
              </a:ext>
            </a:extLst>
          </p:cNvPr>
          <p:cNvCxnSpPr>
            <a:cxnSpLocks/>
          </p:cNvCxnSpPr>
          <p:nvPr/>
        </p:nvCxnSpPr>
        <p:spPr>
          <a:xfrm>
            <a:off x="9890948" y="5119689"/>
            <a:ext cx="162435" cy="0"/>
          </a:xfrm>
          <a:prstGeom prst="line">
            <a:avLst/>
          </a:prstGeom>
          <a:ln w="15875" cap="rnd">
            <a:solidFill>
              <a:srgbClr val="0070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0B67F337-C941-D2E4-1E23-5A7B3CA03CE4}"/>
              </a:ext>
            </a:extLst>
          </p:cNvPr>
          <p:cNvSpPr/>
          <p:nvPr/>
        </p:nvSpPr>
        <p:spPr>
          <a:xfrm>
            <a:off x="9545260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Open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E5F679F-75C1-BDD6-5D33-B0A5F44E4444}"/>
              </a:ext>
            </a:extLst>
          </p:cNvPr>
          <p:cNvCxnSpPr>
            <a:cxnSpLocks/>
          </p:cNvCxnSpPr>
          <p:nvPr/>
        </p:nvCxnSpPr>
        <p:spPr>
          <a:xfrm>
            <a:off x="9920416" y="4933951"/>
            <a:ext cx="98928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51EE6FDF-5511-756B-C1C4-6D2CF5868EB3}"/>
              </a:ext>
            </a:extLst>
          </p:cNvPr>
          <p:cNvGrpSpPr/>
          <p:nvPr/>
        </p:nvGrpSpPr>
        <p:grpSpPr>
          <a:xfrm>
            <a:off x="638176" y="4439204"/>
            <a:ext cx="477610" cy="344392"/>
            <a:chOff x="638176" y="4439204"/>
            <a:chExt cx="477610" cy="344392"/>
          </a:xfrm>
        </p:grpSpPr>
        <p:sp>
          <p:nvSpPr>
            <p:cNvPr id="2078" name="Rectangle: Rounded Corners 2077">
              <a:extLst>
                <a:ext uri="{FF2B5EF4-FFF2-40B4-BE49-F238E27FC236}">
                  <a16:creationId xmlns:a16="http://schemas.microsoft.com/office/drawing/2014/main" id="{DC8D463C-2557-9BEC-AF47-ED9C19C74DE0}"/>
                </a:ext>
              </a:extLst>
            </p:cNvPr>
            <p:cNvSpPr/>
            <p:nvPr/>
          </p:nvSpPr>
          <p:spPr>
            <a:xfrm>
              <a:off x="638176" y="4439204"/>
              <a:ext cx="477610" cy="344392"/>
            </a:xfrm>
            <a:prstGeom prst="roundRect">
              <a:avLst>
                <a:gd name="adj" fmla="val 5151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 dirty="0"/>
            </a:p>
          </p:txBody>
        </p:sp>
        <p:sp>
          <p:nvSpPr>
            <p:cNvPr id="2084" name="Freeform: Shape 2083">
              <a:extLst>
                <a:ext uri="{FF2B5EF4-FFF2-40B4-BE49-F238E27FC236}">
                  <a16:creationId xmlns:a16="http://schemas.microsoft.com/office/drawing/2014/main" id="{D328A3BA-9D0A-9C8B-FE2B-90CB27E3EE8A}"/>
                </a:ext>
              </a:extLst>
            </p:cNvPr>
            <p:cNvSpPr/>
            <p:nvPr/>
          </p:nvSpPr>
          <p:spPr>
            <a:xfrm>
              <a:off x="638177" y="4439204"/>
              <a:ext cx="95523" cy="344392"/>
            </a:xfrm>
            <a:custGeom>
              <a:avLst/>
              <a:gdLst>
                <a:gd name="csX0" fmla="*/ 14573 w 78469"/>
                <a:gd name="csY0" fmla="*/ 0 h 282909"/>
                <a:gd name="csX1" fmla="*/ 78469 w 78469"/>
                <a:gd name="csY1" fmla="*/ 0 h 282909"/>
                <a:gd name="csX2" fmla="*/ 78469 w 78469"/>
                <a:gd name="csY2" fmla="*/ 282909 h 282909"/>
                <a:gd name="csX3" fmla="*/ 14573 w 78469"/>
                <a:gd name="csY3" fmla="*/ 282909 h 282909"/>
                <a:gd name="csX4" fmla="*/ 0 w 78469"/>
                <a:gd name="csY4" fmla="*/ 268336 h 282909"/>
                <a:gd name="csX5" fmla="*/ 0 w 78469"/>
                <a:gd name="csY5" fmla="*/ 14573 h 282909"/>
                <a:gd name="csX6" fmla="*/ 14573 w 78469"/>
                <a:gd name="csY6" fmla="*/ 0 h 282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8469" h="282909">
                  <a:moveTo>
                    <a:pt x="14573" y="0"/>
                  </a:moveTo>
                  <a:lnTo>
                    <a:pt x="78469" y="0"/>
                  </a:lnTo>
                  <a:lnTo>
                    <a:pt x="78469" y="282909"/>
                  </a:lnTo>
                  <a:lnTo>
                    <a:pt x="14573" y="282909"/>
                  </a:lnTo>
                  <a:cubicBezTo>
                    <a:pt x="6525" y="282909"/>
                    <a:pt x="0" y="276384"/>
                    <a:pt x="0" y="268336"/>
                  </a:cubicBezTo>
                  <a:lnTo>
                    <a:pt x="0" y="14573"/>
                  </a:lnTo>
                  <a:cubicBezTo>
                    <a:pt x="0" y="6525"/>
                    <a:pt x="6525" y="0"/>
                    <a:pt x="14573" y="0"/>
                  </a:cubicBezTo>
                  <a:close/>
                </a:path>
              </a:pathLst>
            </a:cu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083" name="Freeform: Shape 2082">
              <a:extLst>
                <a:ext uri="{FF2B5EF4-FFF2-40B4-BE49-F238E27FC236}">
                  <a16:creationId xmlns:a16="http://schemas.microsoft.com/office/drawing/2014/main" id="{8E953704-A445-BA43-1AF9-38E2DB5267B5}"/>
                </a:ext>
              </a:extLst>
            </p:cNvPr>
            <p:cNvSpPr/>
            <p:nvPr/>
          </p:nvSpPr>
          <p:spPr>
            <a:xfrm>
              <a:off x="1020262" y="4439204"/>
              <a:ext cx="95524" cy="344392"/>
            </a:xfrm>
            <a:custGeom>
              <a:avLst/>
              <a:gdLst>
                <a:gd name="csX0" fmla="*/ 0 w 78470"/>
                <a:gd name="csY0" fmla="*/ 0 h 282909"/>
                <a:gd name="csX1" fmla="*/ 63897 w 78470"/>
                <a:gd name="csY1" fmla="*/ 0 h 282909"/>
                <a:gd name="csX2" fmla="*/ 78470 w 78470"/>
                <a:gd name="csY2" fmla="*/ 14573 h 282909"/>
                <a:gd name="csX3" fmla="*/ 78470 w 78470"/>
                <a:gd name="csY3" fmla="*/ 268336 h 282909"/>
                <a:gd name="csX4" fmla="*/ 63897 w 78470"/>
                <a:gd name="csY4" fmla="*/ 282909 h 282909"/>
                <a:gd name="csX5" fmla="*/ 0 w 78470"/>
                <a:gd name="csY5" fmla="*/ 282909 h 2829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8470" h="282909">
                  <a:moveTo>
                    <a:pt x="0" y="0"/>
                  </a:moveTo>
                  <a:lnTo>
                    <a:pt x="63897" y="0"/>
                  </a:lnTo>
                  <a:cubicBezTo>
                    <a:pt x="71945" y="0"/>
                    <a:pt x="78470" y="6525"/>
                    <a:pt x="78470" y="14573"/>
                  </a:cubicBezTo>
                  <a:lnTo>
                    <a:pt x="78470" y="268336"/>
                  </a:lnTo>
                  <a:cubicBezTo>
                    <a:pt x="78470" y="276384"/>
                    <a:pt x="71945" y="282909"/>
                    <a:pt x="63897" y="282909"/>
                  </a:cubicBezTo>
                  <a:lnTo>
                    <a:pt x="0" y="282909"/>
                  </a:lnTo>
                  <a:close/>
                </a:path>
              </a:pathLst>
            </a:cu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grpSp>
          <p:nvGrpSpPr>
            <p:cNvPr id="2072" name="Group 2071">
              <a:extLst>
                <a:ext uri="{FF2B5EF4-FFF2-40B4-BE49-F238E27FC236}">
                  <a16:creationId xmlns:a16="http://schemas.microsoft.com/office/drawing/2014/main" id="{7C2B4933-CCC3-CEAE-BD50-4B71AFD4BB54}"/>
                </a:ext>
              </a:extLst>
            </p:cNvPr>
            <p:cNvGrpSpPr/>
            <p:nvPr/>
          </p:nvGrpSpPr>
          <p:grpSpPr>
            <a:xfrm>
              <a:off x="817358" y="4551779"/>
              <a:ext cx="119246" cy="119242"/>
              <a:chOff x="4865521" y="4613776"/>
              <a:chExt cx="3647812" cy="3647746"/>
            </a:xfrm>
          </p:grpSpPr>
          <p:sp>
            <p:nvSpPr>
              <p:cNvPr id="2073" name="Oval 2072">
                <a:extLst>
                  <a:ext uri="{FF2B5EF4-FFF2-40B4-BE49-F238E27FC236}">
                    <a16:creationId xmlns:a16="http://schemas.microsoft.com/office/drawing/2014/main" id="{3D91B82C-42A6-BD10-4F8F-0DBBCBF31F8E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73CD0137-57FA-302E-00F8-0DEED719C875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075" name="Oval 2074">
                <a:extLst>
                  <a:ext uri="{FF2B5EF4-FFF2-40B4-BE49-F238E27FC236}">
                    <a16:creationId xmlns:a16="http://schemas.microsoft.com/office/drawing/2014/main" id="{41A77505-3716-E3AC-7A20-49B4B7E429E0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091" name="Oval 2090">
              <a:extLst>
                <a:ext uri="{FF2B5EF4-FFF2-40B4-BE49-F238E27FC236}">
                  <a16:creationId xmlns:a16="http://schemas.microsoft.com/office/drawing/2014/main" id="{61A087CC-7011-9F8A-B0CA-D09CE75529A5}"/>
                </a:ext>
              </a:extLst>
            </p:cNvPr>
            <p:cNvSpPr/>
            <p:nvPr/>
          </p:nvSpPr>
          <p:spPr>
            <a:xfrm>
              <a:off x="1045378" y="4588754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092" name="Oval 2091">
              <a:extLst>
                <a:ext uri="{FF2B5EF4-FFF2-40B4-BE49-F238E27FC236}">
                  <a16:creationId xmlns:a16="http://schemas.microsoft.com/office/drawing/2014/main" id="{997A1F17-607E-8B6C-9D1C-07C4F3D97AA5}"/>
                </a:ext>
              </a:extLst>
            </p:cNvPr>
            <p:cNvSpPr/>
            <p:nvPr/>
          </p:nvSpPr>
          <p:spPr>
            <a:xfrm>
              <a:off x="663292" y="4588754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Freeform: Shape 457">
            <a:extLst>
              <a:ext uri="{FF2B5EF4-FFF2-40B4-BE49-F238E27FC236}">
                <a16:creationId xmlns:a16="http://schemas.microsoft.com/office/drawing/2014/main" id="{6CDE3A1A-E14B-017D-5A16-DAF5D1261529}"/>
              </a:ext>
            </a:extLst>
          </p:cNvPr>
          <p:cNvSpPr/>
          <p:nvPr/>
        </p:nvSpPr>
        <p:spPr>
          <a:xfrm>
            <a:off x="4060371" y="849086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9" name="Freeform: Shape 458">
            <a:extLst>
              <a:ext uri="{FF2B5EF4-FFF2-40B4-BE49-F238E27FC236}">
                <a16:creationId xmlns:a16="http://schemas.microsoft.com/office/drawing/2014/main" id="{86C048EC-55A3-69AF-6153-1CFEDF915227}"/>
              </a:ext>
            </a:extLst>
          </p:cNvPr>
          <p:cNvSpPr/>
          <p:nvPr/>
        </p:nvSpPr>
        <p:spPr>
          <a:xfrm flipV="1">
            <a:off x="4005943" y="986518"/>
            <a:ext cx="295275" cy="39461"/>
          </a:xfrm>
          <a:custGeom>
            <a:avLst/>
            <a:gdLst>
              <a:gd name="csX0" fmla="*/ 0 w 295275"/>
              <a:gd name="csY0" fmla="*/ 1360 h 39461"/>
              <a:gd name="csX1" fmla="*/ 178254 w 295275"/>
              <a:gd name="csY1" fmla="*/ 39460 h 39461"/>
              <a:gd name="csX2" fmla="*/ 295275 w 295275"/>
              <a:gd name="csY2" fmla="*/ 0 h 394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5275" h="39461">
                <a:moveTo>
                  <a:pt x="0" y="1360"/>
                </a:moveTo>
                <a:cubicBezTo>
                  <a:pt x="64521" y="20523"/>
                  <a:pt x="129042" y="39687"/>
                  <a:pt x="178254" y="39460"/>
                </a:cubicBezTo>
                <a:cubicBezTo>
                  <a:pt x="227466" y="39233"/>
                  <a:pt x="261370" y="19616"/>
                  <a:pt x="295275" y="0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3751260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5671017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8544795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7050479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7325302" y="2173754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8620265" y="2111886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4366910" y="2096866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5771638" y="708831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2489887" y="656110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3051472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3141033" y="2359686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447600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5533336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3820299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89C6DB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450303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3727223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3794108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5731817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6321108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3704411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3727224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5533336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5495623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6321108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385857" y="3737291"/>
            <a:ext cx="1373353" cy="681983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598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8130974" y="509711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7937779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5512589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5464526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3734052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451499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5682448" y="297080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5696794" y="2374369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5183529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63211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784EE8F3-ABA1-94A2-FDE7-377F2EA5D010}"/>
              </a:ext>
            </a:extLst>
          </p:cNvPr>
          <p:cNvGrpSpPr/>
          <p:nvPr/>
        </p:nvGrpSpPr>
        <p:grpSpPr>
          <a:xfrm>
            <a:off x="2181707" y="5541026"/>
            <a:ext cx="1123134" cy="688372"/>
            <a:chOff x="2181707" y="4604854"/>
            <a:chExt cx="1123134" cy="688372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81532B1-818C-7A8A-29B4-78090D141BC5}"/>
                </a:ext>
              </a:extLst>
            </p:cNvPr>
            <p:cNvSpPr/>
            <p:nvPr/>
          </p:nvSpPr>
          <p:spPr>
            <a:xfrm>
              <a:off x="2181707" y="4604854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FE2A23C-3E37-DB36-6E21-AAA937022F26}"/>
                </a:ext>
              </a:extLst>
            </p:cNvPr>
            <p:cNvSpPr/>
            <p:nvPr/>
          </p:nvSpPr>
          <p:spPr>
            <a:xfrm>
              <a:off x="2226617" y="4643438"/>
              <a:ext cx="1033314" cy="611204"/>
            </a:xfrm>
            <a:prstGeom prst="roundRect">
              <a:avLst>
                <a:gd name="adj" fmla="val 102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DEA165D-4E97-B797-36AD-8D3FECDFD677}"/>
                </a:ext>
              </a:extLst>
            </p:cNvPr>
            <p:cNvGrpSpPr/>
            <p:nvPr/>
          </p:nvGrpSpPr>
          <p:grpSpPr>
            <a:xfrm>
              <a:off x="2584921" y="4888153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D59CE75-DFD2-3999-9CE6-95F2165DD5E3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B1C8711A-C1DA-6624-6CBB-E667ABDD0C0A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33DB4FB-838F-30FD-0BE7-3C474D0AE3C6}"/>
                </a:ext>
              </a:extLst>
            </p:cNvPr>
            <p:cNvGrpSpPr/>
            <p:nvPr/>
          </p:nvGrpSpPr>
          <p:grpSpPr>
            <a:xfrm>
              <a:off x="2307795" y="4698945"/>
              <a:ext cx="870958" cy="59535"/>
              <a:chOff x="2691394" y="5680549"/>
              <a:chExt cx="870958" cy="59535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0439E524-51FA-C6AC-CF27-8C492E6ED386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3FB2D224-382C-EFC1-6918-DE3766992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F11667FC-FD8E-89DA-13C3-1C951675B4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04655E-20BE-01D2-D494-BBA2BEE58CE3}"/>
                </a:ext>
              </a:extLst>
            </p:cNvPr>
            <p:cNvGrpSpPr/>
            <p:nvPr/>
          </p:nvGrpSpPr>
          <p:grpSpPr>
            <a:xfrm>
              <a:off x="2333149" y="5112340"/>
              <a:ext cx="820250" cy="98518"/>
              <a:chOff x="946638" y="5859782"/>
              <a:chExt cx="1409520" cy="169294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52AA731C-4C88-D0FF-5606-687482F86B95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9A1BC0F4-2A25-725E-B1B9-5A22A57A0AC1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A3BEBC72-56E4-F645-F74D-4486C5449B3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AFD4A21A-0F9D-D744-29FC-D2707DF62F12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44A01DE3-604C-A1B3-3FF7-7289DB8EF983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0BB23C79-927B-E268-0996-3DDEFC2E5791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80259AB0-AEDA-A62D-261F-989ABFCC76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9" name="Oval 268">
                <a:extLst>
                  <a:ext uri="{FF2B5EF4-FFF2-40B4-BE49-F238E27FC236}">
                    <a16:creationId xmlns:a16="http://schemas.microsoft.com/office/drawing/2014/main" id="{BC3FAF6A-A977-9E8F-4026-46761DB1A37A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E5BE6EFD-F35D-3BE9-17E9-07DB6ED70C4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DA700C57-6672-CBF5-99DC-DDE6C4691A2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5" name="Oval 274">
                <a:extLst>
                  <a:ext uri="{FF2B5EF4-FFF2-40B4-BE49-F238E27FC236}">
                    <a16:creationId xmlns:a16="http://schemas.microsoft.com/office/drawing/2014/main" id="{1EFEBA6F-6EC2-9195-232C-503B3214587E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0D7EBFBC-4CBC-17C4-120D-8F4FB953EADC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29FFA645-363B-FE4D-5A43-BB34524CA872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4" name="Oval 303">
                <a:extLst>
                  <a:ext uri="{FF2B5EF4-FFF2-40B4-BE49-F238E27FC236}">
                    <a16:creationId xmlns:a16="http://schemas.microsoft.com/office/drawing/2014/main" id="{EA675674-2F7C-920F-24A5-F9F992091D33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5" name="Oval 304">
                <a:extLst>
                  <a:ext uri="{FF2B5EF4-FFF2-40B4-BE49-F238E27FC236}">
                    <a16:creationId xmlns:a16="http://schemas.microsoft.com/office/drawing/2014/main" id="{D7AC1F11-DD11-2084-367F-65ADC260CAF1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91C2AB68-B83A-BD06-12CF-B9EBFA9D8B78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F82E83F5-B125-741C-E95D-656A5FE1B4ED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1D0C66BD-C673-0FCA-E249-5966F1F37A0B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9" name="Oval 308">
                <a:extLst>
                  <a:ext uri="{FF2B5EF4-FFF2-40B4-BE49-F238E27FC236}">
                    <a16:creationId xmlns:a16="http://schemas.microsoft.com/office/drawing/2014/main" id="{5139D392-5B6E-60C0-9906-F5756DAC4812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0" name="Oval 309">
                <a:extLst>
                  <a:ext uri="{FF2B5EF4-FFF2-40B4-BE49-F238E27FC236}">
                    <a16:creationId xmlns:a16="http://schemas.microsoft.com/office/drawing/2014/main" id="{D268197B-5F67-AA98-BDF4-C6D86A75A5BA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" name="Oval 310">
                <a:extLst>
                  <a:ext uri="{FF2B5EF4-FFF2-40B4-BE49-F238E27FC236}">
                    <a16:creationId xmlns:a16="http://schemas.microsoft.com/office/drawing/2014/main" id="{FD5C7826-4ABF-AB49-F8B6-778C7D5FA191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" name="Oval 311">
                <a:extLst>
                  <a:ext uri="{FF2B5EF4-FFF2-40B4-BE49-F238E27FC236}">
                    <a16:creationId xmlns:a16="http://schemas.microsoft.com/office/drawing/2014/main" id="{1768711B-345C-80A1-1D9E-1DFD07768E8D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B1ECD5B4-0FCF-B526-1A6E-82E900A2CEF6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D6B43217-7119-7BEB-8D88-70F26F9547DE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D0CACEBA-E3DF-9619-A7A1-3CE126A8412B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6" name="Oval 315">
                <a:extLst>
                  <a:ext uri="{FF2B5EF4-FFF2-40B4-BE49-F238E27FC236}">
                    <a16:creationId xmlns:a16="http://schemas.microsoft.com/office/drawing/2014/main" id="{ABA21BE3-F2BE-8C92-E9FE-22EFC39D3B0D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7" name="Oval 316">
                <a:extLst>
                  <a:ext uri="{FF2B5EF4-FFF2-40B4-BE49-F238E27FC236}">
                    <a16:creationId xmlns:a16="http://schemas.microsoft.com/office/drawing/2014/main" id="{C57A3E3A-A34D-0EFC-1382-19113216FB17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8" name="Oval 317">
                <a:extLst>
                  <a:ext uri="{FF2B5EF4-FFF2-40B4-BE49-F238E27FC236}">
                    <a16:creationId xmlns:a16="http://schemas.microsoft.com/office/drawing/2014/main" id="{7FE8E3A1-3A4E-10B5-3961-62220C41FC0E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05" name="Oval 2304">
                <a:extLst>
                  <a:ext uri="{FF2B5EF4-FFF2-40B4-BE49-F238E27FC236}">
                    <a16:creationId xmlns:a16="http://schemas.microsoft.com/office/drawing/2014/main" id="{E75A6F15-15EA-7009-2C7B-8B53D70F2587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0" name="Oval 2309">
                <a:extLst>
                  <a:ext uri="{FF2B5EF4-FFF2-40B4-BE49-F238E27FC236}">
                    <a16:creationId xmlns:a16="http://schemas.microsoft.com/office/drawing/2014/main" id="{35ABB8BF-73C5-0FAB-F3BB-BE5196070C0E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1" name="Oval 2310">
                <a:extLst>
                  <a:ext uri="{FF2B5EF4-FFF2-40B4-BE49-F238E27FC236}">
                    <a16:creationId xmlns:a16="http://schemas.microsoft.com/office/drawing/2014/main" id="{3220F158-6580-F032-B527-CFB73D0E32AC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2" name="Oval 2311">
                <a:extLst>
                  <a:ext uri="{FF2B5EF4-FFF2-40B4-BE49-F238E27FC236}">
                    <a16:creationId xmlns:a16="http://schemas.microsoft.com/office/drawing/2014/main" id="{D8F94F2E-8D85-1EE7-97E9-864880C4734A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9" name="Oval 2318">
                <a:extLst>
                  <a:ext uri="{FF2B5EF4-FFF2-40B4-BE49-F238E27FC236}">
                    <a16:creationId xmlns:a16="http://schemas.microsoft.com/office/drawing/2014/main" id="{BFA5225D-8E82-9C79-91CF-B16D8F4DF41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0" name="Oval 2319">
                <a:extLst>
                  <a:ext uri="{FF2B5EF4-FFF2-40B4-BE49-F238E27FC236}">
                    <a16:creationId xmlns:a16="http://schemas.microsoft.com/office/drawing/2014/main" id="{7DAACCA4-308B-9F44-B30F-C2F49FF2024E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1" name="Oval 2320">
                <a:extLst>
                  <a:ext uri="{FF2B5EF4-FFF2-40B4-BE49-F238E27FC236}">
                    <a16:creationId xmlns:a16="http://schemas.microsoft.com/office/drawing/2014/main" id="{B5873D77-4367-EC8B-1AB2-CE7E21A6110D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2" name="Oval 2321">
                <a:extLst>
                  <a:ext uri="{FF2B5EF4-FFF2-40B4-BE49-F238E27FC236}">
                    <a16:creationId xmlns:a16="http://schemas.microsoft.com/office/drawing/2014/main" id="{7FB4E203-9C9F-3C41-CB99-5142AEF366A8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3" name="Oval 2322">
                <a:extLst>
                  <a:ext uri="{FF2B5EF4-FFF2-40B4-BE49-F238E27FC236}">
                    <a16:creationId xmlns:a16="http://schemas.microsoft.com/office/drawing/2014/main" id="{71425DAC-9F97-DAD0-4241-0AFB38E2EFDE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4" name="Oval 2323">
                <a:extLst>
                  <a:ext uri="{FF2B5EF4-FFF2-40B4-BE49-F238E27FC236}">
                    <a16:creationId xmlns:a16="http://schemas.microsoft.com/office/drawing/2014/main" id="{791CFE5B-43C4-7CBD-CE5F-9472882EB894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5" name="Oval 2324">
                <a:extLst>
                  <a:ext uri="{FF2B5EF4-FFF2-40B4-BE49-F238E27FC236}">
                    <a16:creationId xmlns:a16="http://schemas.microsoft.com/office/drawing/2014/main" id="{9EC8593B-FD66-00E4-4018-2DDB3DA1CA58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6" name="Oval 2325">
                <a:extLst>
                  <a:ext uri="{FF2B5EF4-FFF2-40B4-BE49-F238E27FC236}">
                    <a16:creationId xmlns:a16="http://schemas.microsoft.com/office/drawing/2014/main" id="{73577C94-568B-C3E0-1BAF-946D8F486209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27" name="Group 2326">
              <a:extLst>
                <a:ext uri="{FF2B5EF4-FFF2-40B4-BE49-F238E27FC236}">
                  <a16:creationId xmlns:a16="http://schemas.microsoft.com/office/drawing/2014/main" id="{14246191-37F6-CBAC-ACD5-95D67C6F23C5}"/>
                </a:ext>
              </a:extLst>
            </p:cNvPr>
            <p:cNvGrpSpPr/>
            <p:nvPr/>
          </p:nvGrpSpPr>
          <p:grpSpPr>
            <a:xfrm>
              <a:off x="2590881" y="4864365"/>
              <a:ext cx="304787" cy="0"/>
              <a:chOff x="2981243" y="5779294"/>
              <a:chExt cx="304787" cy="0"/>
            </a:xfrm>
          </p:grpSpPr>
          <p:cxnSp>
            <p:nvCxnSpPr>
              <p:cNvPr id="2328" name="Straight Connector 2327">
                <a:extLst>
                  <a:ext uri="{FF2B5EF4-FFF2-40B4-BE49-F238E27FC236}">
                    <a16:creationId xmlns:a16="http://schemas.microsoft.com/office/drawing/2014/main" id="{97BE24E8-A8BC-58F5-CF5E-A045CB917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29" name="Straight Connector 2328">
                <a:extLst>
                  <a:ext uri="{FF2B5EF4-FFF2-40B4-BE49-F238E27FC236}">
                    <a16:creationId xmlns:a16="http://schemas.microsoft.com/office/drawing/2014/main" id="{01F04E76-6ABB-3B19-7731-BDA8B6D0A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85" name="Rectangle 284">
            <a:extLst>
              <a:ext uri="{FF2B5EF4-FFF2-40B4-BE49-F238E27FC236}">
                <a16:creationId xmlns:a16="http://schemas.microsoft.com/office/drawing/2014/main" id="{23B994F8-7AF3-D315-F015-0BD1810B2488}"/>
              </a:ext>
            </a:extLst>
          </p:cNvPr>
          <p:cNvSpPr/>
          <p:nvPr/>
        </p:nvSpPr>
        <p:spPr>
          <a:xfrm>
            <a:off x="6737634" y="142618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254DE09C-842C-94E5-51A9-94788EB6F155}"/>
              </a:ext>
            </a:extLst>
          </p:cNvPr>
          <p:cNvGrpSpPr/>
          <p:nvPr/>
        </p:nvGrpSpPr>
        <p:grpSpPr>
          <a:xfrm>
            <a:off x="6809410" y="736395"/>
            <a:ext cx="957198" cy="615765"/>
            <a:chOff x="3700152" y="1122989"/>
            <a:chExt cx="1296631" cy="834121"/>
          </a:xfrm>
        </p:grpSpPr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D471FBA4-A853-D430-8191-5939ABFEFB30}"/>
                </a:ext>
              </a:extLst>
            </p:cNvPr>
            <p:cNvSpPr/>
            <p:nvPr/>
          </p:nvSpPr>
          <p:spPr>
            <a:xfrm>
              <a:off x="3700152" y="1122990"/>
              <a:ext cx="1296631" cy="834120"/>
            </a:xfrm>
            <a:custGeom>
              <a:avLst/>
              <a:gdLst>
                <a:gd name="connsiteX0" fmla="*/ 54390 w 1296631"/>
                <a:gd name="connsiteY0" fmla="*/ 0 h 834120"/>
                <a:gd name="connsiteX1" fmla="*/ 1242241 w 1296631"/>
                <a:gd name="connsiteY1" fmla="*/ 0 h 834120"/>
                <a:gd name="connsiteX2" fmla="*/ 1296631 w 1296631"/>
                <a:gd name="connsiteY2" fmla="*/ 41923 h 834120"/>
                <a:gd name="connsiteX3" fmla="*/ 1296631 w 1296631"/>
                <a:gd name="connsiteY3" fmla="*/ 792197 h 834120"/>
                <a:gd name="connsiteX4" fmla="*/ 1242241 w 1296631"/>
                <a:gd name="connsiteY4" fmla="*/ 834120 h 834120"/>
                <a:gd name="connsiteX5" fmla="*/ 54390 w 1296631"/>
                <a:gd name="connsiteY5" fmla="*/ 834120 h 834120"/>
                <a:gd name="connsiteX6" fmla="*/ 0 w 1296631"/>
                <a:gd name="connsiteY6" fmla="*/ 792197 h 834120"/>
                <a:gd name="connsiteX7" fmla="*/ 0 w 1296631"/>
                <a:gd name="connsiteY7" fmla="*/ 41923 h 834120"/>
                <a:gd name="connsiteX8" fmla="*/ 54390 w 1296631"/>
                <a:gd name="connsiteY8" fmla="*/ 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6631" h="834120">
                  <a:moveTo>
                    <a:pt x="54390" y="0"/>
                  </a:moveTo>
                  <a:lnTo>
                    <a:pt x="1242241" y="0"/>
                  </a:lnTo>
                  <a:cubicBezTo>
                    <a:pt x="1272280" y="0"/>
                    <a:pt x="1296631" y="18770"/>
                    <a:pt x="1296631" y="41923"/>
                  </a:cubicBezTo>
                  <a:lnTo>
                    <a:pt x="1296631" y="792197"/>
                  </a:lnTo>
                  <a:cubicBezTo>
                    <a:pt x="1296631" y="815351"/>
                    <a:pt x="1272280" y="834120"/>
                    <a:pt x="1242241" y="834120"/>
                  </a:cubicBezTo>
                  <a:lnTo>
                    <a:pt x="54390" y="834120"/>
                  </a:lnTo>
                  <a:cubicBezTo>
                    <a:pt x="24351" y="834120"/>
                    <a:pt x="0" y="815351"/>
                    <a:pt x="0" y="792197"/>
                  </a:cubicBezTo>
                  <a:lnTo>
                    <a:pt x="0" y="41923"/>
                  </a:lnTo>
                  <a:cubicBezTo>
                    <a:pt x="0" y="18770"/>
                    <a:pt x="24351" y="0"/>
                    <a:pt x="54390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0935E868-F862-7B4E-EB58-D1B5D1BEB493}"/>
                </a:ext>
              </a:extLst>
            </p:cNvPr>
            <p:cNvGrpSpPr/>
            <p:nvPr/>
          </p:nvGrpSpPr>
          <p:grpSpPr>
            <a:xfrm>
              <a:off x="4009739" y="1319213"/>
              <a:ext cx="677456" cy="290264"/>
              <a:chOff x="7046608" y="199489"/>
              <a:chExt cx="812435" cy="525724"/>
            </a:xfrm>
          </p:grpSpPr>
          <p:sp>
            <p:nvSpPr>
              <p:cNvPr id="298" name="Rectangle: Rounded Corners 297">
                <a:extLst>
                  <a:ext uri="{FF2B5EF4-FFF2-40B4-BE49-F238E27FC236}">
                    <a16:creationId xmlns:a16="http://schemas.microsoft.com/office/drawing/2014/main" id="{D53304E3-2C14-E5DF-F82A-04CB6A06829D}"/>
                  </a:ext>
                </a:extLst>
              </p:cNvPr>
              <p:cNvSpPr/>
              <p:nvPr/>
            </p:nvSpPr>
            <p:spPr>
              <a:xfrm>
                <a:off x="7046608" y="199489"/>
                <a:ext cx="812435" cy="525724"/>
              </a:xfrm>
              <a:prstGeom prst="roundRect">
                <a:avLst>
                  <a:gd name="adj" fmla="val 7272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0CB450B2-B97B-F86B-61A8-EB4C1BBB9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328824"/>
                <a:ext cx="519119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4AA37081-EF66-83D4-94CF-3D2C55923F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471019"/>
                <a:ext cx="174060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320E03E1-D8F9-9C16-F31B-0BE7AE051D3F}"/>
                </a:ext>
              </a:extLst>
            </p:cNvPr>
            <p:cNvSpPr/>
            <p:nvPr/>
          </p:nvSpPr>
          <p:spPr>
            <a:xfrm>
              <a:off x="3700152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233E92A-8B0F-0BA3-B140-579769D80569}"/>
                </a:ext>
              </a:extLst>
            </p:cNvPr>
            <p:cNvSpPr/>
            <p:nvPr/>
          </p:nvSpPr>
          <p:spPr>
            <a:xfrm flipH="1">
              <a:off x="4898076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9010E202-5032-80BA-D045-1F54E3577EBE}"/>
                </a:ext>
              </a:extLst>
            </p:cNvPr>
            <p:cNvCxnSpPr>
              <a:cxnSpLocks/>
            </p:cNvCxnSpPr>
            <p:nvPr/>
          </p:nvCxnSpPr>
          <p:spPr>
            <a:xfrm>
              <a:off x="3738563" y="1788694"/>
              <a:ext cx="1220787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17F60728-0E66-08CC-8D03-B6FC620AF59C}"/>
                </a:ext>
              </a:extLst>
            </p:cNvPr>
            <p:cNvSpPr/>
            <p:nvPr/>
          </p:nvSpPr>
          <p:spPr>
            <a:xfrm>
              <a:off x="4312260" y="1186511"/>
              <a:ext cx="72416" cy="724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738E2F62-5BA6-E542-22B6-2FAD7D24CE83}"/>
              </a:ext>
            </a:extLst>
          </p:cNvPr>
          <p:cNvGrpSpPr/>
          <p:nvPr/>
        </p:nvGrpSpPr>
        <p:grpSpPr>
          <a:xfrm>
            <a:off x="7490099" y="708831"/>
            <a:ext cx="97181" cy="105579"/>
            <a:chOff x="4495800" y="874713"/>
            <a:chExt cx="128588" cy="139700"/>
          </a:xfrm>
        </p:grpSpPr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9C44323C-3CA0-F71A-263B-5CA7CE6C8ACA}"/>
                </a:ext>
              </a:extLst>
            </p:cNvPr>
            <p:cNvSpPr/>
            <p:nvPr/>
          </p:nvSpPr>
          <p:spPr>
            <a:xfrm>
              <a:off x="4495800" y="941388"/>
              <a:ext cx="128588" cy="73025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D9194425-7B73-B3F9-444C-7A975D858E6B}"/>
                </a:ext>
              </a:extLst>
            </p:cNvPr>
            <p:cNvSpPr/>
            <p:nvPr/>
          </p:nvSpPr>
          <p:spPr>
            <a:xfrm>
              <a:off x="4537235" y="874713"/>
              <a:ext cx="45719" cy="10477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89" name="Diamond 288">
            <a:extLst>
              <a:ext uri="{FF2B5EF4-FFF2-40B4-BE49-F238E27FC236}">
                <a16:creationId xmlns:a16="http://schemas.microsoft.com/office/drawing/2014/main" id="{DD1DD0E5-AA75-D7F0-16B2-D53F2C496A67}"/>
              </a:ext>
            </a:extLst>
          </p:cNvPr>
          <p:cNvSpPr/>
          <p:nvPr/>
        </p:nvSpPr>
        <p:spPr>
          <a:xfrm>
            <a:off x="7563676" y="1110783"/>
            <a:ext cx="76834" cy="76834"/>
          </a:xfrm>
          <a:prstGeom prst="diamond">
            <a:avLst/>
          </a:prstGeom>
          <a:solidFill>
            <a:srgbClr val="1A80C3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sp>
        <p:nvSpPr>
          <p:cNvPr id="2308" name="Rectangle: Rounded Corners 2307">
            <a:extLst>
              <a:ext uri="{FF2B5EF4-FFF2-40B4-BE49-F238E27FC236}">
                <a16:creationId xmlns:a16="http://schemas.microsoft.com/office/drawing/2014/main" id="{A7F353E1-C08A-E11E-15C9-775B29857236}"/>
              </a:ext>
            </a:extLst>
          </p:cNvPr>
          <p:cNvSpPr/>
          <p:nvPr/>
        </p:nvSpPr>
        <p:spPr>
          <a:xfrm>
            <a:off x="4198943" y="656110"/>
            <a:ext cx="869983" cy="696049"/>
          </a:xfrm>
          <a:prstGeom prst="roundRect">
            <a:avLst>
              <a:gd name="adj" fmla="val 4926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31" name="Rectangle: Rounded Corners 2330">
            <a:extLst>
              <a:ext uri="{FF2B5EF4-FFF2-40B4-BE49-F238E27FC236}">
                <a16:creationId xmlns:a16="http://schemas.microsoft.com/office/drawing/2014/main" id="{1453592F-CA92-2E9B-7F6B-19A591913178}"/>
              </a:ext>
            </a:extLst>
          </p:cNvPr>
          <p:cNvSpPr/>
          <p:nvPr/>
        </p:nvSpPr>
        <p:spPr>
          <a:xfrm>
            <a:off x="4467835" y="835725"/>
            <a:ext cx="332198" cy="232436"/>
          </a:xfrm>
          <a:prstGeom prst="roundRect">
            <a:avLst>
              <a:gd name="adj" fmla="val 4926"/>
            </a:avLst>
          </a:prstGeom>
          <a:solidFill>
            <a:schemeClr val="bg1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cxnSp>
        <p:nvCxnSpPr>
          <p:cNvPr id="2350" name="Straight Connector 2349">
            <a:extLst>
              <a:ext uri="{FF2B5EF4-FFF2-40B4-BE49-F238E27FC236}">
                <a16:creationId xmlns:a16="http://schemas.microsoft.com/office/drawing/2014/main" id="{8E9F24FF-BF83-AB56-6192-A2C1906A7929}"/>
              </a:ext>
            </a:extLst>
          </p:cNvPr>
          <p:cNvCxnSpPr/>
          <p:nvPr/>
        </p:nvCxnSpPr>
        <p:spPr>
          <a:xfrm>
            <a:off x="4283529" y="1285875"/>
            <a:ext cx="17281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7" name="Freeform: Shape 456">
            <a:extLst>
              <a:ext uri="{FF2B5EF4-FFF2-40B4-BE49-F238E27FC236}">
                <a16:creationId xmlns:a16="http://schemas.microsoft.com/office/drawing/2014/main" id="{4A4646B9-301C-56C2-4159-D97EEA6A85B4}"/>
              </a:ext>
            </a:extLst>
          </p:cNvPr>
          <p:cNvSpPr/>
          <p:nvPr/>
        </p:nvSpPr>
        <p:spPr>
          <a:xfrm>
            <a:off x="3997265" y="573465"/>
            <a:ext cx="106922" cy="174928"/>
          </a:xfrm>
          <a:custGeom>
            <a:avLst/>
            <a:gdLst>
              <a:gd name="csX0" fmla="*/ 0 w 106922"/>
              <a:gd name="csY0" fmla="*/ 7560 h 174928"/>
              <a:gd name="csX1" fmla="*/ 103414 w 106922"/>
              <a:gd name="csY1" fmla="*/ 15724 h 174928"/>
              <a:gd name="csX2" fmla="*/ 87085 w 106922"/>
              <a:gd name="csY2" fmla="*/ 174928 h 174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6922" h="174928">
                <a:moveTo>
                  <a:pt x="0" y="7560"/>
                </a:moveTo>
                <a:cubicBezTo>
                  <a:pt x="64407" y="4158"/>
                  <a:pt x="93436" y="-11490"/>
                  <a:pt x="103414" y="15724"/>
                </a:cubicBezTo>
                <a:cubicBezTo>
                  <a:pt x="113392" y="42938"/>
                  <a:pt x="100238" y="108933"/>
                  <a:pt x="87085" y="1749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6" name="Freeform: Shape 455">
            <a:extLst>
              <a:ext uri="{FF2B5EF4-FFF2-40B4-BE49-F238E27FC236}">
                <a16:creationId xmlns:a16="http://schemas.microsoft.com/office/drawing/2014/main" id="{F6239FDA-CE17-77FF-11C8-36EC140CBE46}"/>
              </a:ext>
            </a:extLst>
          </p:cNvPr>
          <p:cNvSpPr/>
          <p:nvPr/>
        </p:nvSpPr>
        <p:spPr>
          <a:xfrm>
            <a:off x="3964770" y="514204"/>
            <a:ext cx="88283" cy="209698"/>
          </a:xfrm>
          <a:custGeom>
            <a:avLst/>
            <a:gdLst>
              <a:gd name="csX0" fmla="*/ 4940 w 88283"/>
              <a:gd name="csY0" fmla="*/ 0 h 209698"/>
              <a:gd name="csX1" fmla="*/ 40780 w 88283"/>
              <a:gd name="csY1" fmla="*/ 0 h 209698"/>
              <a:gd name="csX2" fmla="*/ 45720 w 88283"/>
              <a:gd name="csY2" fmla="*/ 4940 h 209698"/>
              <a:gd name="csX3" fmla="*/ 45720 w 88283"/>
              <a:gd name="csY3" fmla="*/ 45020 h 209698"/>
              <a:gd name="csX4" fmla="*/ 83343 w 88283"/>
              <a:gd name="csY4" fmla="*/ 45020 h 209698"/>
              <a:gd name="csX5" fmla="*/ 88283 w 88283"/>
              <a:gd name="csY5" fmla="*/ 49960 h 209698"/>
              <a:gd name="csX6" fmla="*/ 88283 w 88283"/>
              <a:gd name="csY6" fmla="*/ 85799 h 209698"/>
              <a:gd name="csX7" fmla="*/ 83343 w 88283"/>
              <a:gd name="csY7" fmla="*/ 90739 h 209698"/>
              <a:gd name="csX8" fmla="*/ 45720 w 88283"/>
              <a:gd name="csY8" fmla="*/ 90739 h 209698"/>
              <a:gd name="csX9" fmla="*/ 45720 w 88283"/>
              <a:gd name="csY9" fmla="*/ 204758 h 209698"/>
              <a:gd name="csX10" fmla="*/ 40780 w 88283"/>
              <a:gd name="csY10" fmla="*/ 209698 h 209698"/>
              <a:gd name="csX11" fmla="*/ 4940 w 88283"/>
              <a:gd name="csY11" fmla="*/ 209698 h 209698"/>
              <a:gd name="csX12" fmla="*/ 0 w 88283"/>
              <a:gd name="csY12" fmla="*/ 204758 h 209698"/>
              <a:gd name="csX13" fmla="*/ 0 w 88283"/>
              <a:gd name="csY13" fmla="*/ 4940 h 209698"/>
              <a:gd name="csX14" fmla="*/ 4940 w 88283"/>
              <a:gd name="csY14" fmla="*/ 0 h 209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88283" h="209698">
                <a:moveTo>
                  <a:pt x="4940" y="0"/>
                </a:moveTo>
                <a:lnTo>
                  <a:pt x="40780" y="0"/>
                </a:lnTo>
                <a:cubicBezTo>
                  <a:pt x="43508" y="0"/>
                  <a:pt x="45720" y="2212"/>
                  <a:pt x="45720" y="4940"/>
                </a:cubicBezTo>
                <a:lnTo>
                  <a:pt x="45720" y="45020"/>
                </a:lnTo>
                <a:lnTo>
                  <a:pt x="83343" y="45020"/>
                </a:lnTo>
                <a:cubicBezTo>
                  <a:pt x="86071" y="45020"/>
                  <a:pt x="88283" y="47232"/>
                  <a:pt x="88283" y="49960"/>
                </a:cubicBezTo>
                <a:lnTo>
                  <a:pt x="88283" y="85799"/>
                </a:lnTo>
                <a:cubicBezTo>
                  <a:pt x="88283" y="88527"/>
                  <a:pt x="86071" y="90739"/>
                  <a:pt x="83343" y="90739"/>
                </a:cubicBezTo>
                <a:lnTo>
                  <a:pt x="45720" y="90739"/>
                </a:lnTo>
                <a:lnTo>
                  <a:pt x="45720" y="204758"/>
                </a:lnTo>
                <a:cubicBezTo>
                  <a:pt x="45720" y="207486"/>
                  <a:pt x="43508" y="209698"/>
                  <a:pt x="40780" y="209698"/>
                </a:cubicBezTo>
                <a:lnTo>
                  <a:pt x="4940" y="209698"/>
                </a:lnTo>
                <a:cubicBezTo>
                  <a:pt x="2212" y="209698"/>
                  <a:pt x="0" y="207486"/>
                  <a:pt x="0" y="204758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close/>
              </a:path>
            </a:pathLst>
          </a:cu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B1A8F488-7316-133B-864C-19C0D82643F2}"/>
              </a:ext>
            </a:extLst>
          </p:cNvPr>
          <p:cNvSpPr/>
          <p:nvPr/>
        </p:nvSpPr>
        <p:spPr>
          <a:xfrm>
            <a:off x="3780063" y="768804"/>
            <a:ext cx="5521" cy="473528"/>
          </a:xfrm>
          <a:custGeom>
            <a:avLst/>
            <a:gdLst>
              <a:gd name="csX0" fmla="*/ 2722 w 5521"/>
              <a:gd name="csY0" fmla="*/ 0 h 473528"/>
              <a:gd name="csX1" fmla="*/ 5443 w 5521"/>
              <a:gd name="csY1" fmla="*/ 200025 h 473528"/>
              <a:gd name="csX2" fmla="*/ 0 w 5521"/>
              <a:gd name="csY2" fmla="*/ 473528 h 4735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21" h="473528">
                <a:moveTo>
                  <a:pt x="2722" y="0"/>
                </a:moveTo>
                <a:cubicBezTo>
                  <a:pt x="4309" y="60552"/>
                  <a:pt x="5897" y="121104"/>
                  <a:pt x="5443" y="200025"/>
                </a:cubicBezTo>
                <a:cubicBezTo>
                  <a:pt x="4989" y="278946"/>
                  <a:pt x="2494" y="376237"/>
                  <a:pt x="0" y="473528"/>
                </a:cubicBezTo>
              </a:path>
            </a:pathLst>
          </a:custGeom>
          <a:noFill/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>
              <a:solidFill>
                <a:schemeClr val="tx1"/>
              </a:solidFill>
            </a:endParaRPr>
          </a:p>
        </p:txBody>
      </p:sp>
      <p:sp>
        <p:nvSpPr>
          <p:cNvPr id="452" name="Freeform: Shape 451">
            <a:extLst>
              <a:ext uri="{FF2B5EF4-FFF2-40B4-BE49-F238E27FC236}">
                <a16:creationId xmlns:a16="http://schemas.microsoft.com/office/drawing/2014/main" id="{ACFF2392-84CC-E690-F38C-AB64BA14B847}"/>
              </a:ext>
            </a:extLst>
          </p:cNvPr>
          <p:cNvSpPr/>
          <p:nvPr/>
        </p:nvSpPr>
        <p:spPr>
          <a:xfrm rot="5400000">
            <a:off x="3748459" y="1244462"/>
            <a:ext cx="97015" cy="72112"/>
          </a:xfrm>
          <a:custGeom>
            <a:avLst/>
            <a:gdLst>
              <a:gd name="csX0" fmla="*/ 0 w 97015"/>
              <a:gd name="csY0" fmla="*/ 67171 h 72112"/>
              <a:gd name="csX1" fmla="*/ 0 w 97015"/>
              <a:gd name="csY1" fmla="*/ 31331 h 72112"/>
              <a:gd name="csX2" fmla="*/ 4940 w 97015"/>
              <a:gd name="csY2" fmla="*/ 26391 h 72112"/>
              <a:gd name="csX3" fmla="*/ 51295 w 97015"/>
              <a:gd name="csY3" fmla="*/ 26391 h 72112"/>
              <a:gd name="csX4" fmla="*/ 51295 w 97015"/>
              <a:gd name="csY4" fmla="*/ 4940 h 72112"/>
              <a:gd name="csX5" fmla="*/ 56235 w 97015"/>
              <a:gd name="csY5" fmla="*/ 0 h 72112"/>
              <a:gd name="csX6" fmla="*/ 92075 w 97015"/>
              <a:gd name="csY6" fmla="*/ 0 h 72112"/>
              <a:gd name="csX7" fmla="*/ 97015 w 97015"/>
              <a:gd name="csY7" fmla="*/ 4940 h 72112"/>
              <a:gd name="csX8" fmla="*/ 97015 w 97015"/>
              <a:gd name="csY8" fmla="*/ 67172 h 72112"/>
              <a:gd name="csX9" fmla="*/ 92075 w 97015"/>
              <a:gd name="csY9" fmla="*/ 72112 h 72112"/>
              <a:gd name="csX10" fmla="*/ 56235 w 97015"/>
              <a:gd name="csY10" fmla="*/ 72112 h 72112"/>
              <a:gd name="csX11" fmla="*/ 56234 w 97015"/>
              <a:gd name="csY11" fmla="*/ 72111 h 72112"/>
              <a:gd name="csX12" fmla="*/ 4940 w 97015"/>
              <a:gd name="csY12" fmla="*/ 72111 h 72112"/>
              <a:gd name="csX13" fmla="*/ 0 w 97015"/>
              <a:gd name="csY13" fmla="*/ 67171 h 72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7015" h="72112">
                <a:moveTo>
                  <a:pt x="0" y="67171"/>
                </a:moveTo>
                <a:lnTo>
                  <a:pt x="0" y="31331"/>
                </a:lnTo>
                <a:cubicBezTo>
                  <a:pt x="0" y="28603"/>
                  <a:pt x="2212" y="26391"/>
                  <a:pt x="4940" y="26391"/>
                </a:cubicBezTo>
                <a:lnTo>
                  <a:pt x="51295" y="26391"/>
                </a:lnTo>
                <a:lnTo>
                  <a:pt x="51295" y="4940"/>
                </a:lnTo>
                <a:cubicBezTo>
                  <a:pt x="51295" y="2212"/>
                  <a:pt x="53507" y="0"/>
                  <a:pt x="56235" y="0"/>
                </a:cubicBezTo>
                <a:lnTo>
                  <a:pt x="92075" y="0"/>
                </a:lnTo>
                <a:cubicBezTo>
                  <a:pt x="94803" y="0"/>
                  <a:pt x="97015" y="2212"/>
                  <a:pt x="97015" y="4940"/>
                </a:cubicBezTo>
                <a:lnTo>
                  <a:pt x="97015" y="67172"/>
                </a:lnTo>
                <a:cubicBezTo>
                  <a:pt x="97015" y="69900"/>
                  <a:pt x="94803" y="72112"/>
                  <a:pt x="92075" y="72112"/>
                </a:cubicBezTo>
                <a:lnTo>
                  <a:pt x="56235" y="72112"/>
                </a:lnTo>
                <a:lnTo>
                  <a:pt x="56234" y="72111"/>
                </a:lnTo>
                <a:lnTo>
                  <a:pt x="4940" y="72111"/>
                </a:lnTo>
                <a:cubicBezTo>
                  <a:pt x="2212" y="72111"/>
                  <a:pt x="0" y="69899"/>
                  <a:pt x="0" y="67171"/>
                </a:cubicBez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 dirty="0"/>
          </a:p>
        </p:txBody>
      </p:sp>
      <p:sp>
        <p:nvSpPr>
          <p:cNvPr id="451" name="Freeform: Shape 450">
            <a:extLst>
              <a:ext uri="{FF2B5EF4-FFF2-40B4-BE49-F238E27FC236}">
                <a16:creationId xmlns:a16="http://schemas.microsoft.com/office/drawing/2014/main" id="{70011FDC-F679-C886-4C25-1BB5A5A3D2A0}"/>
              </a:ext>
            </a:extLst>
          </p:cNvPr>
          <p:cNvSpPr/>
          <p:nvPr/>
        </p:nvSpPr>
        <p:spPr>
          <a:xfrm rot="16200000">
            <a:off x="3773146" y="688252"/>
            <a:ext cx="72112" cy="96582"/>
          </a:xfrm>
          <a:custGeom>
            <a:avLst/>
            <a:gdLst>
              <a:gd name="csX0" fmla="*/ 72112 w 72112"/>
              <a:gd name="csY0" fmla="*/ 29411 h 96582"/>
              <a:gd name="csX1" fmla="*/ 72112 w 72112"/>
              <a:gd name="csY1" fmla="*/ 91642 h 96582"/>
              <a:gd name="csX2" fmla="*/ 67172 w 72112"/>
              <a:gd name="csY2" fmla="*/ 96582 h 96582"/>
              <a:gd name="csX3" fmla="*/ 31332 w 72112"/>
              <a:gd name="csY3" fmla="*/ 96582 h 96582"/>
              <a:gd name="csX4" fmla="*/ 26392 w 72112"/>
              <a:gd name="csY4" fmla="*/ 91642 h 96582"/>
              <a:gd name="csX5" fmla="*/ 26392 w 72112"/>
              <a:gd name="csY5" fmla="*/ 45720 h 96582"/>
              <a:gd name="csX6" fmla="*/ 4940 w 72112"/>
              <a:gd name="csY6" fmla="*/ 45720 h 96582"/>
              <a:gd name="csX7" fmla="*/ 0 w 72112"/>
              <a:gd name="csY7" fmla="*/ 40780 h 96582"/>
              <a:gd name="csX8" fmla="*/ 0 w 72112"/>
              <a:gd name="csY8" fmla="*/ 4940 h 96582"/>
              <a:gd name="csX9" fmla="*/ 4940 w 72112"/>
              <a:gd name="csY9" fmla="*/ 0 h 96582"/>
              <a:gd name="csX10" fmla="*/ 67171 w 72112"/>
              <a:gd name="csY10" fmla="*/ 0 h 96582"/>
              <a:gd name="csX11" fmla="*/ 72111 w 72112"/>
              <a:gd name="csY11" fmla="*/ 4940 h 96582"/>
              <a:gd name="csX12" fmla="*/ 72111 w 72112"/>
              <a:gd name="csY12" fmla="*/ 29410 h 96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2112" h="96582">
                <a:moveTo>
                  <a:pt x="72112" y="29411"/>
                </a:moveTo>
                <a:lnTo>
                  <a:pt x="72112" y="91642"/>
                </a:lnTo>
                <a:cubicBezTo>
                  <a:pt x="72112" y="94370"/>
                  <a:pt x="69900" y="96582"/>
                  <a:pt x="67172" y="96582"/>
                </a:cubicBezTo>
                <a:lnTo>
                  <a:pt x="31332" y="96582"/>
                </a:lnTo>
                <a:cubicBezTo>
                  <a:pt x="28604" y="96582"/>
                  <a:pt x="26392" y="94370"/>
                  <a:pt x="26392" y="91642"/>
                </a:cubicBezTo>
                <a:lnTo>
                  <a:pt x="26392" y="45720"/>
                </a:lnTo>
                <a:lnTo>
                  <a:pt x="4940" y="45720"/>
                </a:lnTo>
                <a:cubicBezTo>
                  <a:pt x="2212" y="45720"/>
                  <a:pt x="0" y="43508"/>
                  <a:pt x="0" y="40780"/>
                </a:cubicBezTo>
                <a:lnTo>
                  <a:pt x="0" y="4940"/>
                </a:lnTo>
                <a:cubicBezTo>
                  <a:pt x="0" y="2212"/>
                  <a:pt x="2212" y="0"/>
                  <a:pt x="4940" y="0"/>
                </a:cubicBezTo>
                <a:lnTo>
                  <a:pt x="67171" y="0"/>
                </a:lnTo>
                <a:cubicBezTo>
                  <a:pt x="69899" y="0"/>
                  <a:pt x="72111" y="2212"/>
                  <a:pt x="72111" y="4940"/>
                </a:cubicBezTo>
                <a:lnTo>
                  <a:pt x="72111" y="29410"/>
                </a:lnTo>
                <a:close/>
              </a:path>
            </a:pathLst>
          </a:cu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wrap="square" lIns="0" tIns="0" rIns="0" bIns="0" rtlCol="0" anchor="ctr">
            <a:noAutofit/>
          </a:bodyPr>
          <a:lstStyle/>
          <a:p>
            <a:endParaRPr lang="en-CA" sz="900"/>
          </a:p>
        </p:txBody>
      </p:sp>
      <p:sp>
        <p:nvSpPr>
          <p:cNvPr id="2330" name="Rectangle: Rounded Corners 2329">
            <a:extLst>
              <a:ext uri="{FF2B5EF4-FFF2-40B4-BE49-F238E27FC236}">
                <a16:creationId xmlns:a16="http://schemas.microsoft.com/office/drawing/2014/main" id="{F93BB8D9-7EF5-7E32-751D-073CA532E4A8}"/>
              </a:ext>
            </a:extLst>
          </p:cNvPr>
          <p:cNvSpPr/>
          <p:nvPr/>
        </p:nvSpPr>
        <p:spPr>
          <a:xfrm>
            <a:off x="3842438" y="656110"/>
            <a:ext cx="300938" cy="696049"/>
          </a:xfrm>
          <a:prstGeom prst="roundRect">
            <a:avLst>
              <a:gd name="adj" fmla="val 10805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sp>
        <p:nvSpPr>
          <p:cNvPr id="2352" name="Rectangle: Rounded Corners 2351">
            <a:extLst>
              <a:ext uri="{FF2B5EF4-FFF2-40B4-BE49-F238E27FC236}">
                <a16:creationId xmlns:a16="http://schemas.microsoft.com/office/drawing/2014/main" id="{5A63A351-6EDE-E570-F1D5-30D9E64C59F6}"/>
              </a:ext>
            </a:extLst>
          </p:cNvPr>
          <p:cNvSpPr/>
          <p:nvPr/>
        </p:nvSpPr>
        <p:spPr>
          <a:xfrm>
            <a:off x="3819307" y="1266825"/>
            <a:ext cx="347200" cy="85334"/>
          </a:xfrm>
          <a:prstGeom prst="roundRect">
            <a:avLst>
              <a:gd name="adj" fmla="val 36317"/>
            </a:avLst>
          </a:prstGeom>
          <a:solidFill>
            <a:srgbClr val="D9D9D9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/>
          </a:p>
        </p:txBody>
      </p: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3F9450F5-4E12-19EF-F8D8-4B5F4574CD46}"/>
              </a:ext>
            </a:extLst>
          </p:cNvPr>
          <p:cNvGrpSpPr/>
          <p:nvPr/>
        </p:nvGrpSpPr>
        <p:grpSpPr>
          <a:xfrm>
            <a:off x="4509429" y="891269"/>
            <a:ext cx="249010" cy="0"/>
            <a:chOff x="4508047" y="889908"/>
            <a:chExt cx="249010" cy="0"/>
          </a:xfrm>
        </p:grpSpPr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636877E-6236-FFDF-29FF-2D30F65AA634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3" name="Straight Connector 462">
              <a:extLst>
                <a:ext uri="{FF2B5EF4-FFF2-40B4-BE49-F238E27FC236}">
                  <a16:creationId xmlns:a16="http://schemas.microsoft.com/office/drawing/2014/main" id="{DBD8F4AE-F82E-0609-4E6C-32D90BEA497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4" name="Straight Connector 463">
              <a:extLst>
                <a:ext uri="{FF2B5EF4-FFF2-40B4-BE49-F238E27FC236}">
                  <a16:creationId xmlns:a16="http://schemas.microsoft.com/office/drawing/2014/main" id="{EEB5A379-28DB-27EB-85A8-12252F573BE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057BE1D1-2856-C734-48A1-1F77A45E4C95}"/>
              </a:ext>
            </a:extLst>
          </p:cNvPr>
          <p:cNvGrpSpPr/>
          <p:nvPr/>
        </p:nvGrpSpPr>
        <p:grpSpPr>
          <a:xfrm>
            <a:off x="4509429" y="951140"/>
            <a:ext cx="249010" cy="0"/>
            <a:chOff x="4508047" y="889908"/>
            <a:chExt cx="249010" cy="0"/>
          </a:xfrm>
        </p:grpSpPr>
        <p:cxnSp>
          <p:nvCxnSpPr>
            <p:cNvPr id="467" name="Straight Connector 466">
              <a:extLst>
                <a:ext uri="{FF2B5EF4-FFF2-40B4-BE49-F238E27FC236}">
                  <a16:creationId xmlns:a16="http://schemas.microsoft.com/office/drawing/2014/main" id="{99224B56-72BB-F861-EE1D-FF494FFE16ED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238C2FAD-2AA2-4253-EF0D-D06A7CE66481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CB258520-5027-D400-E5D8-ADF2E9EB7625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CDCA7FD9-5727-D9D0-C793-3FD3C9454FDB}"/>
              </a:ext>
            </a:extLst>
          </p:cNvPr>
          <p:cNvGrpSpPr/>
          <p:nvPr/>
        </p:nvGrpSpPr>
        <p:grpSpPr>
          <a:xfrm>
            <a:off x="4509429" y="1011012"/>
            <a:ext cx="249010" cy="0"/>
            <a:chOff x="4508047" y="889908"/>
            <a:chExt cx="249010" cy="0"/>
          </a:xfrm>
        </p:grpSpPr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B5DC2329-93BD-48A0-F9F2-344D6160E366}"/>
                </a:ext>
              </a:extLst>
            </p:cNvPr>
            <p:cNvCxnSpPr>
              <a:cxnSpLocks/>
            </p:cNvCxnSpPr>
            <p:nvPr/>
          </p:nvCxnSpPr>
          <p:spPr>
            <a:xfrm>
              <a:off x="4508047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F207A05A-FDC2-5425-ACF4-AD5D1858A7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7379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6E83495B-0685-CFA1-71B5-A1B9FCD8002A}"/>
                </a:ext>
              </a:extLst>
            </p:cNvPr>
            <p:cNvCxnSpPr>
              <a:cxnSpLocks/>
            </p:cNvCxnSpPr>
            <p:nvPr/>
          </p:nvCxnSpPr>
          <p:spPr>
            <a:xfrm>
              <a:off x="4706711" y="889908"/>
              <a:ext cx="503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178571" y="2232736"/>
            <a:ext cx="843372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TEM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315028" y="3949415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327787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6504079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6358901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563003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573000" y="390829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865874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727181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4094532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4278054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69609D7-69B5-2D15-82E2-637EF1002BCD}"/>
              </a:ext>
            </a:extLst>
          </p:cNvPr>
          <p:cNvSpPr/>
          <p:nvPr/>
        </p:nvSpPr>
        <p:spPr>
          <a:xfrm>
            <a:off x="2832402" y="2232736"/>
            <a:ext cx="101145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ESPNano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46" name="Group 3145">
            <a:extLst>
              <a:ext uri="{FF2B5EF4-FFF2-40B4-BE49-F238E27FC236}">
                <a16:creationId xmlns:a16="http://schemas.microsoft.com/office/drawing/2014/main" id="{A75D8707-402B-872C-822D-CB3C80C0EB26}"/>
              </a:ext>
            </a:extLst>
          </p:cNvPr>
          <p:cNvGrpSpPr/>
          <p:nvPr/>
        </p:nvGrpSpPr>
        <p:grpSpPr>
          <a:xfrm>
            <a:off x="3042706" y="963287"/>
            <a:ext cx="596248" cy="1191717"/>
            <a:chOff x="3042706" y="963287"/>
            <a:chExt cx="596248" cy="1191717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13287B2-0042-1DDE-737E-381946616780}"/>
                </a:ext>
              </a:extLst>
            </p:cNvPr>
            <p:cNvSpPr/>
            <p:nvPr/>
          </p:nvSpPr>
          <p:spPr>
            <a:xfrm rot="16200000" flipH="1" flipV="1">
              <a:off x="3544212" y="1568242"/>
              <a:ext cx="81207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572ED27-9692-5499-DFB7-E8D2FB8DF95F}"/>
                </a:ext>
              </a:extLst>
            </p:cNvPr>
            <p:cNvSpPr/>
            <p:nvPr/>
          </p:nvSpPr>
          <p:spPr>
            <a:xfrm rot="10800000" flipH="1" flipV="1">
              <a:off x="3164576" y="1381822"/>
              <a:ext cx="81206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BE00E57-0D7B-0430-8A73-0BA80F71A930}"/>
                </a:ext>
              </a:extLst>
            </p:cNvPr>
            <p:cNvSpPr/>
            <p:nvPr/>
          </p:nvSpPr>
          <p:spPr>
            <a:xfrm rot="10800000" flipH="1" flipV="1">
              <a:off x="3113519" y="1434323"/>
              <a:ext cx="472846" cy="720681"/>
            </a:xfrm>
            <a:prstGeom prst="roundRect">
              <a:avLst>
                <a:gd name="adj" fmla="val 4684"/>
              </a:avLst>
            </a:prstGeom>
            <a:solidFill>
              <a:srgbClr val="89C6DB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F925914-1297-5D0D-BD6F-B55A679B4992}"/>
                </a:ext>
              </a:extLst>
            </p:cNvPr>
            <p:cNvSpPr/>
            <p:nvPr/>
          </p:nvSpPr>
          <p:spPr>
            <a:xfrm rot="10800000" flipH="1" flipV="1">
              <a:off x="3269637" y="1594757"/>
              <a:ext cx="160608" cy="1155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E3A6E4A-3D24-7D39-E109-C55F7C9E72CC}"/>
                </a:ext>
              </a:extLst>
            </p:cNvPr>
            <p:cNvGrpSpPr/>
            <p:nvPr/>
          </p:nvGrpSpPr>
          <p:grpSpPr>
            <a:xfrm>
              <a:off x="3042706" y="963287"/>
              <a:ext cx="324966" cy="415567"/>
              <a:chOff x="5482120" y="1865146"/>
              <a:chExt cx="324966" cy="415567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2FE04C0-996F-3885-0CA3-AF3BA420FA1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05E312E-D152-BA05-8D77-C7C432AEE86E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2ED7BDF-E157-B3F4-6ACB-2CB9DD6A3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42" name="Group 3141">
              <a:extLst>
                <a:ext uri="{FF2B5EF4-FFF2-40B4-BE49-F238E27FC236}">
                  <a16:creationId xmlns:a16="http://schemas.microsoft.com/office/drawing/2014/main" id="{E5FEF81C-CE75-39A0-5D70-D6247E41B814}"/>
                </a:ext>
              </a:extLst>
            </p:cNvPr>
            <p:cNvGrpSpPr/>
            <p:nvPr/>
          </p:nvGrpSpPr>
          <p:grpSpPr>
            <a:xfrm>
              <a:off x="3212229" y="1820636"/>
              <a:ext cx="275424" cy="275424"/>
              <a:chOff x="3179567" y="1790581"/>
              <a:chExt cx="335534" cy="33553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D2A2328-A243-ACF9-6D9B-D65AC23D3066}"/>
                  </a:ext>
                </a:extLst>
              </p:cNvPr>
              <p:cNvSpPr/>
              <p:nvPr/>
            </p:nvSpPr>
            <p:spPr>
              <a:xfrm>
                <a:off x="3277258" y="1888272"/>
                <a:ext cx="140153" cy="140153"/>
              </a:xfrm>
              <a:prstGeom prst="ellipse">
                <a:avLst/>
              </a:prstGeom>
              <a:solidFill>
                <a:srgbClr val="0070DA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36" name="Isosceles Triangle 3135">
                <a:extLst>
                  <a:ext uri="{FF2B5EF4-FFF2-40B4-BE49-F238E27FC236}">
                    <a16:creationId xmlns:a16="http://schemas.microsoft.com/office/drawing/2014/main" id="{D21D5C8E-8F11-A0C2-9AF7-9DC64EC6DF56}"/>
                  </a:ext>
                </a:extLst>
              </p:cNvPr>
              <p:cNvSpPr/>
              <p:nvPr/>
            </p:nvSpPr>
            <p:spPr>
              <a:xfrm>
                <a:off x="3305832" y="179058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37" name="Isosceles Triangle 3136">
                <a:extLst>
                  <a:ext uri="{FF2B5EF4-FFF2-40B4-BE49-F238E27FC236}">
                    <a16:creationId xmlns:a16="http://schemas.microsoft.com/office/drawing/2014/main" id="{C0585825-097E-CD48-5510-AB59950A08E4}"/>
                  </a:ext>
                </a:extLst>
              </p:cNvPr>
              <p:cNvSpPr/>
              <p:nvPr/>
            </p:nvSpPr>
            <p:spPr>
              <a:xfrm rot="10800000">
                <a:off x="3305832" y="2054560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0" name="Isosceles Triangle 3139">
                <a:extLst>
                  <a:ext uri="{FF2B5EF4-FFF2-40B4-BE49-F238E27FC236}">
                    <a16:creationId xmlns:a16="http://schemas.microsoft.com/office/drawing/2014/main" id="{0A045E59-C2AE-198D-E13E-768BAC0D5FA2}"/>
                  </a:ext>
                </a:extLst>
              </p:cNvPr>
              <p:cNvSpPr/>
              <p:nvPr/>
            </p:nvSpPr>
            <p:spPr>
              <a:xfrm rot="5400000">
                <a:off x="3437822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1" name="Isosceles Triangle 3140">
                <a:extLst>
                  <a:ext uri="{FF2B5EF4-FFF2-40B4-BE49-F238E27FC236}">
                    <a16:creationId xmlns:a16="http://schemas.microsoft.com/office/drawing/2014/main" id="{016BFA2B-5FA0-A653-934E-602BB3301E67}"/>
                  </a:ext>
                </a:extLst>
              </p:cNvPr>
              <p:cNvSpPr/>
              <p:nvPr/>
            </p:nvSpPr>
            <p:spPr>
              <a:xfrm rot="16200000">
                <a:off x="3173843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144" name="Straight Connector 3143">
              <a:extLst>
                <a:ext uri="{FF2B5EF4-FFF2-40B4-BE49-F238E27FC236}">
                  <a16:creationId xmlns:a16="http://schemas.microsoft.com/office/drawing/2014/main" id="{855D5015-D75E-6526-BEB3-3EA41C4A7D3C}"/>
                </a:ext>
              </a:extLst>
            </p:cNvPr>
            <p:cNvCxnSpPr>
              <a:cxnSpLocks/>
            </p:cNvCxnSpPr>
            <p:nvPr/>
          </p:nvCxnSpPr>
          <p:spPr>
            <a:xfrm>
              <a:off x="3203256" y="1509034"/>
              <a:ext cx="293371" cy="0"/>
            </a:xfrm>
            <a:prstGeom prst="line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41385</TotalTime>
  <Words>110</Words>
  <Application>Microsoft Office PowerPoint</Application>
  <PresentationFormat>Widescreen</PresentationFormat>
  <Paragraphs>65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266</cp:revision>
  <dcterms:created xsi:type="dcterms:W3CDTF">2024-05-29T20:58:41Z</dcterms:created>
  <dcterms:modified xsi:type="dcterms:W3CDTF">2026-10-05T03:34:08Z</dcterms:modified>
</cp:coreProperties>
</file>