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DA"/>
    <a:srgbClr val="D9D9D9"/>
    <a:srgbClr val="404040"/>
    <a:srgbClr val="F2F2F2"/>
    <a:srgbClr val="00A44D"/>
    <a:srgbClr val="CF3131"/>
    <a:srgbClr val="7F7F7F"/>
    <a:srgbClr val="FFE699"/>
    <a:srgbClr val="EE7D31"/>
    <a:srgbClr val="FFC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49" autoAdjust="0"/>
  </p:normalViewPr>
  <p:slideViewPr>
    <p:cSldViewPr snapToGrid="0">
      <p:cViewPr>
        <p:scale>
          <a:sx n="400" d="100"/>
          <a:sy n="400" d="100"/>
        </p:scale>
        <p:origin x="288" y="-942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2026-01-29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83035" y="3606283"/>
                <a:ext cx="58738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2041" y="3602332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5013" y="3602330"/>
                  <a:ext cx="21527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162705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952294-740D-33FB-E041-92F5354D1FAD}"/>
              </a:ext>
            </a:extLst>
          </p:cNvPr>
          <p:cNvGrpSpPr/>
          <p:nvPr/>
        </p:nvGrpSpPr>
        <p:grpSpPr>
          <a:xfrm>
            <a:off x="1816440" y="5295478"/>
            <a:ext cx="789600" cy="162448"/>
            <a:chOff x="2279153" y="5400760"/>
            <a:chExt cx="1055333" cy="217120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2279153" y="5485363"/>
              <a:ext cx="1055333" cy="59181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3100429" y="5450041"/>
              <a:ext cx="186572" cy="129675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2322384" y="5400760"/>
              <a:ext cx="858806" cy="217120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1" name="Oval 1030">
              <a:extLst>
                <a:ext uri="{FF2B5EF4-FFF2-40B4-BE49-F238E27FC236}">
                  <a16:creationId xmlns:a16="http://schemas.microsoft.com/office/drawing/2014/main" id="{EC1FED47-9814-270F-B94F-6A2DB9F9A7B1}"/>
                </a:ext>
              </a:extLst>
            </p:cNvPr>
            <p:cNvSpPr/>
            <p:nvPr/>
          </p:nvSpPr>
          <p:spPr>
            <a:xfrm>
              <a:off x="2678884" y="5431141"/>
              <a:ext cx="145805" cy="145805"/>
            </a:xfrm>
            <a:prstGeom prst="ellipse">
              <a:avLst/>
            </a:prstGeom>
            <a:solidFill>
              <a:srgbClr val="F6B803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6E7B0A9-83D2-209C-4313-3E598FE6427F}"/>
                </a:ext>
              </a:extLst>
            </p:cNvPr>
            <p:cNvSpPr/>
            <p:nvPr/>
          </p:nvSpPr>
          <p:spPr>
            <a:xfrm>
              <a:off x="2688494" y="5449658"/>
              <a:ext cx="126596" cy="117719"/>
            </a:xfrm>
            <a:custGeom>
              <a:avLst/>
              <a:gdLst>
                <a:gd name="connsiteX0" fmla="*/ 368979 w 794369"/>
                <a:gd name="connsiteY0" fmla="*/ 397442 h 738666"/>
                <a:gd name="connsiteX1" fmla="*/ 372436 w 794369"/>
                <a:gd name="connsiteY1" fmla="*/ 399772 h 738666"/>
                <a:gd name="connsiteX2" fmla="*/ 397153 w 794369"/>
                <a:gd name="connsiteY2" fmla="*/ 404762 h 738666"/>
                <a:gd name="connsiteX3" fmla="*/ 421870 w 794369"/>
                <a:gd name="connsiteY3" fmla="*/ 399772 h 738666"/>
                <a:gd name="connsiteX4" fmla="*/ 423284 w 794369"/>
                <a:gd name="connsiteY4" fmla="*/ 398819 h 738666"/>
                <a:gd name="connsiteX5" fmla="*/ 590204 w 794369"/>
                <a:gd name="connsiteY5" fmla="*/ 686613 h 738666"/>
                <a:gd name="connsiteX6" fmla="*/ 551841 w 794369"/>
                <a:gd name="connsiteY6" fmla="*/ 707436 h 738666"/>
                <a:gd name="connsiteX7" fmla="*/ 397153 w 794369"/>
                <a:gd name="connsiteY7" fmla="*/ 738666 h 738666"/>
                <a:gd name="connsiteX8" fmla="*/ 242466 w 794369"/>
                <a:gd name="connsiteY8" fmla="*/ 707436 h 738666"/>
                <a:gd name="connsiteX9" fmla="*/ 201940 w 794369"/>
                <a:gd name="connsiteY9" fmla="*/ 685440 h 738666"/>
                <a:gd name="connsiteX10" fmla="*/ 397153 w 794369"/>
                <a:gd name="connsiteY10" fmla="*/ 299948 h 738666"/>
                <a:gd name="connsiteX11" fmla="*/ 438467 w 794369"/>
                <a:gd name="connsiteY11" fmla="*/ 341262 h 738666"/>
                <a:gd name="connsiteX12" fmla="*/ 397153 w 794369"/>
                <a:gd name="connsiteY12" fmla="*/ 382576 h 738666"/>
                <a:gd name="connsiteX13" fmla="*/ 355839 w 794369"/>
                <a:gd name="connsiteY13" fmla="*/ 341262 h 738666"/>
                <a:gd name="connsiteX14" fmla="*/ 397153 w 794369"/>
                <a:gd name="connsiteY14" fmla="*/ 299948 h 738666"/>
                <a:gd name="connsiteX15" fmla="*/ 194535 w 794369"/>
                <a:gd name="connsiteY15" fmla="*/ 1106 h 738666"/>
                <a:gd name="connsiteX16" fmla="*/ 361428 w 794369"/>
                <a:gd name="connsiteY16" fmla="*/ 290174 h 738666"/>
                <a:gd name="connsiteX17" fmla="*/ 352252 w 794369"/>
                <a:gd name="connsiteY17" fmla="*/ 296361 h 738666"/>
                <a:gd name="connsiteX18" fmla="*/ 338643 w 794369"/>
                <a:gd name="connsiteY18" fmla="*/ 316545 h 738666"/>
                <a:gd name="connsiteX19" fmla="*/ 334019 w 794369"/>
                <a:gd name="connsiteY19" fmla="*/ 339448 h 738666"/>
                <a:gd name="connsiteX20" fmla="*/ 0 w 794369"/>
                <a:gd name="connsiteY20" fmla="*/ 338785 h 738666"/>
                <a:gd name="connsiteX21" fmla="*/ 7824 w 794369"/>
                <a:gd name="connsiteY21" fmla="*/ 261172 h 738666"/>
                <a:gd name="connsiteX22" fmla="*/ 174962 w 794369"/>
                <a:gd name="connsiteY22" fmla="*/ 11729 h 738666"/>
                <a:gd name="connsiteX23" fmla="*/ 597737 w 794369"/>
                <a:gd name="connsiteY23" fmla="*/ 0 h 738666"/>
                <a:gd name="connsiteX24" fmla="*/ 619345 w 794369"/>
                <a:gd name="connsiteY24" fmla="*/ 11728 h 738666"/>
                <a:gd name="connsiteX25" fmla="*/ 786483 w 794369"/>
                <a:gd name="connsiteY25" fmla="*/ 261171 h 738666"/>
                <a:gd name="connsiteX26" fmla="*/ 794369 w 794369"/>
                <a:gd name="connsiteY26" fmla="*/ 339394 h 738666"/>
                <a:gd name="connsiteX27" fmla="*/ 460142 w 794369"/>
                <a:gd name="connsiteY27" fmla="*/ 338730 h 738666"/>
                <a:gd name="connsiteX28" fmla="*/ 455663 w 794369"/>
                <a:gd name="connsiteY28" fmla="*/ 316545 h 738666"/>
                <a:gd name="connsiteX29" fmla="*/ 442054 w 794369"/>
                <a:gd name="connsiteY29" fmla="*/ 296361 h 738666"/>
                <a:gd name="connsiteX30" fmla="*/ 431504 w 794369"/>
                <a:gd name="connsiteY30" fmla="*/ 289248 h 73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94369" h="738666">
                  <a:moveTo>
                    <a:pt x="368979" y="397442"/>
                  </a:moveTo>
                  <a:lnTo>
                    <a:pt x="372436" y="399772"/>
                  </a:lnTo>
                  <a:cubicBezTo>
                    <a:pt x="380033" y="402985"/>
                    <a:pt x="388386" y="404762"/>
                    <a:pt x="397153" y="404762"/>
                  </a:cubicBezTo>
                  <a:cubicBezTo>
                    <a:pt x="405921" y="404762"/>
                    <a:pt x="414273" y="402985"/>
                    <a:pt x="421870" y="399772"/>
                  </a:cubicBezTo>
                  <a:lnTo>
                    <a:pt x="423284" y="398819"/>
                  </a:lnTo>
                  <a:lnTo>
                    <a:pt x="590204" y="686613"/>
                  </a:lnTo>
                  <a:lnTo>
                    <a:pt x="551841" y="707436"/>
                  </a:lnTo>
                  <a:cubicBezTo>
                    <a:pt x="504296" y="727546"/>
                    <a:pt x="452023" y="738666"/>
                    <a:pt x="397153" y="738666"/>
                  </a:cubicBezTo>
                  <a:cubicBezTo>
                    <a:pt x="342283" y="738666"/>
                    <a:pt x="290010" y="727546"/>
                    <a:pt x="242466" y="707436"/>
                  </a:cubicBezTo>
                  <a:lnTo>
                    <a:pt x="201940" y="685440"/>
                  </a:lnTo>
                  <a:close/>
                  <a:moveTo>
                    <a:pt x="397153" y="299948"/>
                  </a:moveTo>
                  <a:cubicBezTo>
                    <a:pt x="419970" y="299948"/>
                    <a:pt x="438467" y="318445"/>
                    <a:pt x="438467" y="341262"/>
                  </a:cubicBezTo>
                  <a:cubicBezTo>
                    <a:pt x="438467" y="364079"/>
                    <a:pt x="419970" y="382576"/>
                    <a:pt x="397153" y="382576"/>
                  </a:cubicBezTo>
                  <a:cubicBezTo>
                    <a:pt x="374336" y="382576"/>
                    <a:pt x="355839" y="364079"/>
                    <a:pt x="355839" y="341262"/>
                  </a:cubicBezTo>
                  <a:cubicBezTo>
                    <a:pt x="355839" y="318445"/>
                    <a:pt x="374336" y="299948"/>
                    <a:pt x="397153" y="299948"/>
                  </a:cubicBezTo>
                  <a:close/>
                  <a:moveTo>
                    <a:pt x="194535" y="1106"/>
                  </a:moveTo>
                  <a:lnTo>
                    <a:pt x="361428" y="290174"/>
                  </a:lnTo>
                  <a:lnTo>
                    <a:pt x="352252" y="296361"/>
                  </a:lnTo>
                  <a:cubicBezTo>
                    <a:pt x="346506" y="302107"/>
                    <a:pt x="341856" y="308948"/>
                    <a:pt x="338643" y="316545"/>
                  </a:cubicBezTo>
                  <a:lnTo>
                    <a:pt x="334019" y="339448"/>
                  </a:lnTo>
                  <a:lnTo>
                    <a:pt x="0" y="338785"/>
                  </a:lnTo>
                  <a:lnTo>
                    <a:pt x="7824" y="261172"/>
                  </a:lnTo>
                  <a:cubicBezTo>
                    <a:pt x="28999" y="157692"/>
                    <a:pt x="90394" y="68863"/>
                    <a:pt x="174962" y="11729"/>
                  </a:cubicBezTo>
                  <a:close/>
                  <a:moveTo>
                    <a:pt x="597737" y="0"/>
                  </a:moveTo>
                  <a:lnTo>
                    <a:pt x="619345" y="11728"/>
                  </a:lnTo>
                  <a:cubicBezTo>
                    <a:pt x="703913" y="68862"/>
                    <a:pt x="765308" y="157691"/>
                    <a:pt x="786483" y="261171"/>
                  </a:cubicBezTo>
                  <a:lnTo>
                    <a:pt x="794369" y="339394"/>
                  </a:lnTo>
                  <a:lnTo>
                    <a:pt x="460142" y="338730"/>
                  </a:lnTo>
                  <a:lnTo>
                    <a:pt x="455663" y="316545"/>
                  </a:lnTo>
                  <a:cubicBezTo>
                    <a:pt x="452450" y="308948"/>
                    <a:pt x="447800" y="302107"/>
                    <a:pt x="442054" y="296361"/>
                  </a:cubicBezTo>
                  <a:lnTo>
                    <a:pt x="431504" y="28924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4322027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E459000-097E-FAA1-3954-E73E90B92991}"/>
              </a:ext>
            </a:extLst>
          </p:cNvPr>
          <p:cNvGrpSpPr/>
          <p:nvPr/>
        </p:nvGrpSpPr>
        <p:grpSpPr>
          <a:xfrm>
            <a:off x="4445640" y="4428575"/>
            <a:ext cx="642220" cy="1029351"/>
            <a:chOff x="4445640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4948442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4530485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4447842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4527730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4445640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372966-EBA3-C3D1-56E8-E02825523EE0}"/>
                </a:ext>
              </a:extLst>
            </p:cNvPr>
            <p:cNvGrpSpPr/>
            <p:nvPr/>
          </p:nvGrpSpPr>
          <p:grpSpPr>
            <a:xfrm>
              <a:off x="4750523" y="5137838"/>
              <a:ext cx="145805" cy="145805"/>
              <a:chOff x="4291784" y="5431141"/>
              <a:chExt cx="145805" cy="145805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5E3B334-86D3-A757-970B-7E0426373419}"/>
                  </a:ext>
                </a:extLst>
              </p:cNvPr>
              <p:cNvSpPr/>
              <p:nvPr/>
            </p:nvSpPr>
            <p:spPr>
              <a:xfrm>
                <a:off x="4291784" y="5431141"/>
                <a:ext cx="145805" cy="145805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869EB9AF-00BE-B628-E184-16EED4F95D5C}"/>
                  </a:ext>
                </a:extLst>
              </p:cNvPr>
              <p:cNvSpPr/>
              <p:nvPr/>
            </p:nvSpPr>
            <p:spPr>
              <a:xfrm>
                <a:off x="4301394" y="5449658"/>
                <a:ext cx="126596" cy="117719"/>
              </a:xfrm>
              <a:custGeom>
                <a:avLst/>
                <a:gdLst>
                  <a:gd name="connsiteX0" fmla="*/ 368979 w 794369"/>
                  <a:gd name="connsiteY0" fmla="*/ 397442 h 738666"/>
                  <a:gd name="connsiteX1" fmla="*/ 372436 w 794369"/>
                  <a:gd name="connsiteY1" fmla="*/ 399772 h 738666"/>
                  <a:gd name="connsiteX2" fmla="*/ 397153 w 794369"/>
                  <a:gd name="connsiteY2" fmla="*/ 404762 h 738666"/>
                  <a:gd name="connsiteX3" fmla="*/ 421870 w 794369"/>
                  <a:gd name="connsiteY3" fmla="*/ 399772 h 738666"/>
                  <a:gd name="connsiteX4" fmla="*/ 423284 w 794369"/>
                  <a:gd name="connsiteY4" fmla="*/ 398819 h 738666"/>
                  <a:gd name="connsiteX5" fmla="*/ 590204 w 794369"/>
                  <a:gd name="connsiteY5" fmla="*/ 686613 h 738666"/>
                  <a:gd name="connsiteX6" fmla="*/ 551841 w 794369"/>
                  <a:gd name="connsiteY6" fmla="*/ 707436 h 738666"/>
                  <a:gd name="connsiteX7" fmla="*/ 397153 w 794369"/>
                  <a:gd name="connsiteY7" fmla="*/ 738666 h 738666"/>
                  <a:gd name="connsiteX8" fmla="*/ 242466 w 794369"/>
                  <a:gd name="connsiteY8" fmla="*/ 707436 h 738666"/>
                  <a:gd name="connsiteX9" fmla="*/ 201940 w 794369"/>
                  <a:gd name="connsiteY9" fmla="*/ 685440 h 738666"/>
                  <a:gd name="connsiteX10" fmla="*/ 397153 w 794369"/>
                  <a:gd name="connsiteY10" fmla="*/ 299948 h 738666"/>
                  <a:gd name="connsiteX11" fmla="*/ 438467 w 794369"/>
                  <a:gd name="connsiteY11" fmla="*/ 341262 h 738666"/>
                  <a:gd name="connsiteX12" fmla="*/ 397153 w 794369"/>
                  <a:gd name="connsiteY12" fmla="*/ 382576 h 738666"/>
                  <a:gd name="connsiteX13" fmla="*/ 355839 w 794369"/>
                  <a:gd name="connsiteY13" fmla="*/ 341262 h 738666"/>
                  <a:gd name="connsiteX14" fmla="*/ 397153 w 794369"/>
                  <a:gd name="connsiteY14" fmla="*/ 299948 h 738666"/>
                  <a:gd name="connsiteX15" fmla="*/ 194535 w 794369"/>
                  <a:gd name="connsiteY15" fmla="*/ 1106 h 738666"/>
                  <a:gd name="connsiteX16" fmla="*/ 361428 w 794369"/>
                  <a:gd name="connsiteY16" fmla="*/ 290174 h 738666"/>
                  <a:gd name="connsiteX17" fmla="*/ 352252 w 794369"/>
                  <a:gd name="connsiteY17" fmla="*/ 296361 h 738666"/>
                  <a:gd name="connsiteX18" fmla="*/ 338643 w 794369"/>
                  <a:gd name="connsiteY18" fmla="*/ 316545 h 738666"/>
                  <a:gd name="connsiteX19" fmla="*/ 334019 w 794369"/>
                  <a:gd name="connsiteY19" fmla="*/ 339448 h 738666"/>
                  <a:gd name="connsiteX20" fmla="*/ 0 w 794369"/>
                  <a:gd name="connsiteY20" fmla="*/ 338785 h 738666"/>
                  <a:gd name="connsiteX21" fmla="*/ 7824 w 794369"/>
                  <a:gd name="connsiteY21" fmla="*/ 261172 h 738666"/>
                  <a:gd name="connsiteX22" fmla="*/ 174962 w 794369"/>
                  <a:gd name="connsiteY22" fmla="*/ 11729 h 738666"/>
                  <a:gd name="connsiteX23" fmla="*/ 597737 w 794369"/>
                  <a:gd name="connsiteY23" fmla="*/ 0 h 738666"/>
                  <a:gd name="connsiteX24" fmla="*/ 619345 w 794369"/>
                  <a:gd name="connsiteY24" fmla="*/ 11728 h 738666"/>
                  <a:gd name="connsiteX25" fmla="*/ 786483 w 794369"/>
                  <a:gd name="connsiteY25" fmla="*/ 261171 h 738666"/>
                  <a:gd name="connsiteX26" fmla="*/ 794369 w 794369"/>
                  <a:gd name="connsiteY26" fmla="*/ 339394 h 738666"/>
                  <a:gd name="connsiteX27" fmla="*/ 460142 w 794369"/>
                  <a:gd name="connsiteY27" fmla="*/ 338730 h 738666"/>
                  <a:gd name="connsiteX28" fmla="*/ 455663 w 794369"/>
                  <a:gd name="connsiteY28" fmla="*/ 316545 h 738666"/>
                  <a:gd name="connsiteX29" fmla="*/ 442054 w 794369"/>
                  <a:gd name="connsiteY29" fmla="*/ 296361 h 738666"/>
                  <a:gd name="connsiteX30" fmla="*/ 431504 w 794369"/>
                  <a:gd name="connsiteY30" fmla="*/ 289248 h 7386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94369" h="738666">
                    <a:moveTo>
                      <a:pt x="368979" y="397442"/>
                    </a:moveTo>
                    <a:lnTo>
                      <a:pt x="372436" y="399772"/>
                    </a:lnTo>
                    <a:cubicBezTo>
                      <a:pt x="380033" y="402985"/>
                      <a:pt x="388386" y="404762"/>
                      <a:pt x="397153" y="404762"/>
                    </a:cubicBezTo>
                    <a:cubicBezTo>
                      <a:pt x="405921" y="404762"/>
                      <a:pt x="414273" y="402985"/>
                      <a:pt x="421870" y="399772"/>
                    </a:cubicBezTo>
                    <a:lnTo>
                      <a:pt x="423284" y="398819"/>
                    </a:lnTo>
                    <a:lnTo>
                      <a:pt x="590204" y="686613"/>
                    </a:lnTo>
                    <a:lnTo>
                      <a:pt x="551841" y="707436"/>
                    </a:lnTo>
                    <a:cubicBezTo>
                      <a:pt x="504296" y="727546"/>
                      <a:pt x="452023" y="738666"/>
                      <a:pt x="397153" y="738666"/>
                    </a:cubicBezTo>
                    <a:cubicBezTo>
                      <a:pt x="342283" y="738666"/>
                      <a:pt x="290010" y="727546"/>
                      <a:pt x="242466" y="707436"/>
                    </a:cubicBezTo>
                    <a:lnTo>
                      <a:pt x="201940" y="685440"/>
                    </a:lnTo>
                    <a:close/>
                    <a:moveTo>
                      <a:pt x="397153" y="299948"/>
                    </a:moveTo>
                    <a:cubicBezTo>
                      <a:pt x="419970" y="299948"/>
                      <a:pt x="438467" y="318445"/>
                      <a:pt x="438467" y="341262"/>
                    </a:cubicBezTo>
                    <a:cubicBezTo>
                      <a:pt x="438467" y="364079"/>
                      <a:pt x="419970" y="382576"/>
                      <a:pt x="397153" y="382576"/>
                    </a:cubicBezTo>
                    <a:cubicBezTo>
                      <a:pt x="374336" y="382576"/>
                      <a:pt x="355839" y="364079"/>
                      <a:pt x="355839" y="341262"/>
                    </a:cubicBezTo>
                    <a:cubicBezTo>
                      <a:pt x="355839" y="318445"/>
                      <a:pt x="374336" y="299948"/>
                      <a:pt x="397153" y="299948"/>
                    </a:cubicBezTo>
                    <a:close/>
                    <a:moveTo>
                      <a:pt x="194535" y="1106"/>
                    </a:moveTo>
                    <a:lnTo>
                      <a:pt x="361428" y="290174"/>
                    </a:lnTo>
                    <a:lnTo>
                      <a:pt x="352252" y="296361"/>
                    </a:lnTo>
                    <a:cubicBezTo>
                      <a:pt x="346506" y="302107"/>
                      <a:pt x="341856" y="308948"/>
                      <a:pt x="338643" y="316545"/>
                    </a:cubicBezTo>
                    <a:lnTo>
                      <a:pt x="334019" y="339448"/>
                    </a:lnTo>
                    <a:lnTo>
                      <a:pt x="0" y="338785"/>
                    </a:lnTo>
                    <a:lnTo>
                      <a:pt x="7824" y="261172"/>
                    </a:lnTo>
                    <a:cubicBezTo>
                      <a:pt x="28999" y="157692"/>
                      <a:pt x="90394" y="68863"/>
                      <a:pt x="174962" y="11729"/>
                    </a:cubicBezTo>
                    <a:close/>
                    <a:moveTo>
                      <a:pt x="597737" y="0"/>
                    </a:moveTo>
                    <a:lnTo>
                      <a:pt x="619345" y="11728"/>
                    </a:lnTo>
                    <a:cubicBezTo>
                      <a:pt x="703913" y="68862"/>
                      <a:pt x="765308" y="157691"/>
                      <a:pt x="786483" y="261171"/>
                    </a:cubicBezTo>
                    <a:lnTo>
                      <a:pt x="794369" y="339394"/>
                    </a:lnTo>
                    <a:lnTo>
                      <a:pt x="460142" y="338730"/>
                    </a:lnTo>
                    <a:lnTo>
                      <a:pt x="455663" y="316545"/>
                    </a:lnTo>
                    <a:cubicBezTo>
                      <a:pt x="452450" y="308948"/>
                      <a:pt x="447800" y="302107"/>
                      <a:pt x="442054" y="296361"/>
                    </a:cubicBezTo>
                    <a:lnTo>
                      <a:pt x="431504" y="28924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259176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9555993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9424932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3546807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3187370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A24326D9-3B59-955E-A6A1-3D766EED949A}"/>
              </a:ext>
            </a:extLst>
          </p:cNvPr>
          <p:cNvGrpSpPr/>
          <p:nvPr/>
        </p:nvGrpSpPr>
        <p:grpSpPr>
          <a:xfrm>
            <a:off x="9729909" y="4428575"/>
            <a:ext cx="1363123" cy="1029351"/>
            <a:chOff x="9729909" y="4428575"/>
            <a:chExt cx="1363123" cy="1029351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9FB9D29-1C14-DD7A-9262-9A706835A4B4}"/>
                </a:ext>
              </a:extLst>
            </p:cNvPr>
            <p:cNvGrpSpPr/>
            <p:nvPr/>
          </p:nvGrpSpPr>
          <p:grpSpPr>
            <a:xfrm>
              <a:off x="9729909" y="4428575"/>
              <a:ext cx="642220" cy="1029351"/>
              <a:chOff x="4445640" y="4428575"/>
              <a:chExt cx="642220" cy="1029351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1204D61-FC70-4EC1-8E97-F1E80212841C}"/>
                  </a:ext>
                </a:extLst>
              </p:cNvPr>
              <p:cNvGrpSpPr/>
              <p:nvPr/>
            </p:nvGrpSpPr>
            <p:grpSpPr>
              <a:xfrm>
                <a:off x="4948442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467" name="Freeform: Shape 466">
                  <a:extLst>
                    <a:ext uri="{FF2B5EF4-FFF2-40B4-BE49-F238E27FC236}">
                      <a16:creationId xmlns:a16="http://schemas.microsoft.com/office/drawing/2014/main" id="{DDF87667-3F32-CF01-8E7D-F9C627CB439A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68" name="Rectangle: Top Corners Rounded 467">
                  <a:extLst>
                    <a:ext uri="{FF2B5EF4-FFF2-40B4-BE49-F238E27FC236}">
                      <a16:creationId xmlns:a16="http://schemas.microsoft.com/office/drawing/2014/main" id="{6636B04F-DF3B-070D-4265-908928193F3D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469" name="Freeform: Shape 468">
                  <a:extLst>
                    <a:ext uri="{FF2B5EF4-FFF2-40B4-BE49-F238E27FC236}">
                      <a16:creationId xmlns:a16="http://schemas.microsoft.com/office/drawing/2014/main" id="{59866BA2-F511-0631-CF1E-BEB8DCBC53A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470" name="Rectangle: Rounded Corners 469">
                  <a:extLst>
                    <a:ext uri="{FF2B5EF4-FFF2-40B4-BE49-F238E27FC236}">
                      <a16:creationId xmlns:a16="http://schemas.microsoft.com/office/drawing/2014/main" id="{D86E1E7A-CF5D-E0C4-CE87-AEDCDA136330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7D9CFFC-C83A-BB99-3DB6-2B77E52F6B3D}"/>
                  </a:ext>
                </a:extLst>
              </p:cNvPr>
              <p:cNvSpPr/>
              <p:nvPr/>
            </p:nvSpPr>
            <p:spPr>
              <a:xfrm>
                <a:off x="4530485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849A27ED-2F21-E859-EB96-3DB9C3669175}"/>
                  </a:ext>
                </a:extLst>
              </p:cNvPr>
              <p:cNvSpPr/>
              <p:nvPr/>
            </p:nvSpPr>
            <p:spPr>
              <a:xfrm>
                <a:off x="4447842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27A6D55-40F9-D288-2630-2350E5C4A9A5}"/>
                  </a:ext>
                </a:extLst>
              </p:cNvPr>
              <p:cNvGrpSpPr/>
              <p:nvPr/>
            </p:nvGrpSpPr>
            <p:grpSpPr>
              <a:xfrm>
                <a:off x="4527730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460" name="Freeform: Shape 459">
                  <a:extLst>
                    <a:ext uri="{FF2B5EF4-FFF2-40B4-BE49-F238E27FC236}">
                      <a16:creationId xmlns:a16="http://schemas.microsoft.com/office/drawing/2014/main" id="{63D2318B-0945-BC38-A800-03083C795BB3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1" name="Rectangle: Rounded Corners 156">
                  <a:extLst>
                    <a:ext uri="{FF2B5EF4-FFF2-40B4-BE49-F238E27FC236}">
                      <a16:creationId xmlns:a16="http://schemas.microsoft.com/office/drawing/2014/main" id="{3E8BD656-21C1-023E-C7B9-1CF46AFB54EE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2" name="Oval 461">
                  <a:extLst>
                    <a:ext uri="{FF2B5EF4-FFF2-40B4-BE49-F238E27FC236}">
                      <a16:creationId xmlns:a16="http://schemas.microsoft.com/office/drawing/2014/main" id="{FB44E691-FDDD-76E7-D888-266783667116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64" name="Group 463">
                  <a:extLst>
                    <a:ext uri="{FF2B5EF4-FFF2-40B4-BE49-F238E27FC236}">
                      <a16:creationId xmlns:a16="http://schemas.microsoft.com/office/drawing/2014/main" id="{603E86FA-1494-69D7-E77D-0F14C3D62E00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465" name="Straight Connector 464">
                    <a:extLst>
                      <a:ext uri="{FF2B5EF4-FFF2-40B4-BE49-F238E27FC236}">
                        <a16:creationId xmlns:a16="http://schemas.microsoft.com/office/drawing/2014/main" id="{1A83CFF0-F16E-598C-0E86-47589ABD7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Straight Connector 465">
                    <a:extLst>
                      <a:ext uri="{FF2B5EF4-FFF2-40B4-BE49-F238E27FC236}">
                        <a16:creationId xmlns:a16="http://schemas.microsoft.com/office/drawing/2014/main" id="{0605F8DE-05CE-C164-6B19-14A3F60CAD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99AFA634-22CD-967B-86B2-2A2B68B5F2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5640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48" name="Group 447">
                <a:extLst>
                  <a:ext uri="{FF2B5EF4-FFF2-40B4-BE49-F238E27FC236}">
                    <a16:creationId xmlns:a16="http://schemas.microsoft.com/office/drawing/2014/main" id="{D0C7E3D3-86BB-7B5D-8DD8-B7879220E7E5}"/>
                  </a:ext>
                </a:extLst>
              </p:cNvPr>
              <p:cNvGrpSpPr/>
              <p:nvPr/>
            </p:nvGrpSpPr>
            <p:grpSpPr>
              <a:xfrm>
                <a:off x="4750523" y="5137838"/>
                <a:ext cx="145805" cy="145805"/>
                <a:chOff x="4291784" y="5431141"/>
                <a:chExt cx="145805" cy="145805"/>
              </a:xfrm>
            </p:grpSpPr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A3D71548-4D8A-7859-3A83-2E7651650245}"/>
                    </a:ext>
                  </a:extLst>
                </p:cNvPr>
                <p:cNvSpPr/>
                <p:nvPr/>
              </p:nvSpPr>
              <p:spPr>
                <a:xfrm>
                  <a:off x="4291784" y="5431141"/>
                  <a:ext cx="145805" cy="145805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 dirty="0"/>
                </a:p>
              </p:txBody>
            </p:sp>
            <p:sp>
              <p:nvSpPr>
                <p:cNvPr id="456" name="Freeform: Shape 455">
                  <a:extLst>
                    <a:ext uri="{FF2B5EF4-FFF2-40B4-BE49-F238E27FC236}">
                      <a16:creationId xmlns:a16="http://schemas.microsoft.com/office/drawing/2014/main" id="{ACED696F-37C3-1425-0B4F-18BC75BFED58}"/>
                    </a:ext>
                  </a:extLst>
                </p:cNvPr>
                <p:cNvSpPr/>
                <p:nvPr/>
              </p:nvSpPr>
              <p:spPr>
                <a:xfrm>
                  <a:off x="4301394" y="5449658"/>
                  <a:ext cx="126596" cy="117719"/>
                </a:xfrm>
                <a:custGeom>
                  <a:avLst/>
                  <a:gdLst>
                    <a:gd name="connsiteX0" fmla="*/ 368979 w 794369"/>
                    <a:gd name="connsiteY0" fmla="*/ 397442 h 738666"/>
                    <a:gd name="connsiteX1" fmla="*/ 372436 w 794369"/>
                    <a:gd name="connsiteY1" fmla="*/ 399772 h 738666"/>
                    <a:gd name="connsiteX2" fmla="*/ 397153 w 794369"/>
                    <a:gd name="connsiteY2" fmla="*/ 404762 h 738666"/>
                    <a:gd name="connsiteX3" fmla="*/ 421870 w 794369"/>
                    <a:gd name="connsiteY3" fmla="*/ 399772 h 738666"/>
                    <a:gd name="connsiteX4" fmla="*/ 423284 w 794369"/>
                    <a:gd name="connsiteY4" fmla="*/ 398819 h 738666"/>
                    <a:gd name="connsiteX5" fmla="*/ 590204 w 794369"/>
                    <a:gd name="connsiteY5" fmla="*/ 686613 h 738666"/>
                    <a:gd name="connsiteX6" fmla="*/ 551841 w 794369"/>
                    <a:gd name="connsiteY6" fmla="*/ 707436 h 738666"/>
                    <a:gd name="connsiteX7" fmla="*/ 397153 w 794369"/>
                    <a:gd name="connsiteY7" fmla="*/ 738666 h 738666"/>
                    <a:gd name="connsiteX8" fmla="*/ 242466 w 794369"/>
                    <a:gd name="connsiteY8" fmla="*/ 707436 h 738666"/>
                    <a:gd name="connsiteX9" fmla="*/ 201940 w 794369"/>
                    <a:gd name="connsiteY9" fmla="*/ 685440 h 738666"/>
                    <a:gd name="connsiteX10" fmla="*/ 397153 w 794369"/>
                    <a:gd name="connsiteY10" fmla="*/ 299948 h 738666"/>
                    <a:gd name="connsiteX11" fmla="*/ 438467 w 794369"/>
                    <a:gd name="connsiteY11" fmla="*/ 341262 h 738666"/>
                    <a:gd name="connsiteX12" fmla="*/ 397153 w 794369"/>
                    <a:gd name="connsiteY12" fmla="*/ 382576 h 738666"/>
                    <a:gd name="connsiteX13" fmla="*/ 355839 w 794369"/>
                    <a:gd name="connsiteY13" fmla="*/ 341262 h 738666"/>
                    <a:gd name="connsiteX14" fmla="*/ 397153 w 794369"/>
                    <a:gd name="connsiteY14" fmla="*/ 299948 h 738666"/>
                    <a:gd name="connsiteX15" fmla="*/ 194535 w 794369"/>
                    <a:gd name="connsiteY15" fmla="*/ 1106 h 738666"/>
                    <a:gd name="connsiteX16" fmla="*/ 361428 w 794369"/>
                    <a:gd name="connsiteY16" fmla="*/ 290174 h 738666"/>
                    <a:gd name="connsiteX17" fmla="*/ 352252 w 794369"/>
                    <a:gd name="connsiteY17" fmla="*/ 296361 h 738666"/>
                    <a:gd name="connsiteX18" fmla="*/ 338643 w 794369"/>
                    <a:gd name="connsiteY18" fmla="*/ 316545 h 738666"/>
                    <a:gd name="connsiteX19" fmla="*/ 334019 w 794369"/>
                    <a:gd name="connsiteY19" fmla="*/ 339448 h 738666"/>
                    <a:gd name="connsiteX20" fmla="*/ 0 w 794369"/>
                    <a:gd name="connsiteY20" fmla="*/ 338785 h 738666"/>
                    <a:gd name="connsiteX21" fmla="*/ 7824 w 794369"/>
                    <a:gd name="connsiteY21" fmla="*/ 261172 h 738666"/>
                    <a:gd name="connsiteX22" fmla="*/ 174962 w 794369"/>
                    <a:gd name="connsiteY22" fmla="*/ 11729 h 738666"/>
                    <a:gd name="connsiteX23" fmla="*/ 597737 w 794369"/>
                    <a:gd name="connsiteY23" fmla="*/ 0 h 738666"/>
                    <a:gd name="connsiteX24" fmla="*/ 619345 w 794369"/>
                    <a:gd name="connsiteY24" fmla="*/ 11728 h 738666"/>
                    <a:gd name="connsiteX25" fmla="*/ 786483 w 794369"/>
                    <a:gd name="connsiteY25" fmla="*/ 261171 h 738666"/>
                    <a:gd name="connsiteX26" fmla="*/ 794369 w 794369"/>
                    <a:gd name="connsiteY26" fmla="*/ 339394 h 738666"/>
                    <a:gd name="connsiteX27" fmla="*/ 460142 w 794369"/>
                    <a:gd name="connsiteY27" fmla="*/ 338730 h 738666"/>
                    <a:gd name="connsiteX28" fmla="*/ 455663 w 794369"/>
                    <a:gd name="connsiteY28" fmla="*/ 316545 h 738666"/>
                    <a:gd name="connsiteX29" fmla="*/ 442054 w 794369"/>
                    <a:gd name="connsiteY29" fmla="*/ 296361 h 738666"/>
                    <a:gd name="connsiteX30" fmla="*/ 431504 w 794369"/>
                    <a:gd name="connsiteY30" fmla="*/ 289248 h 7386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</a:cxnLst>
                  <a:rect l="l" t="t" r="r" b="b"/>
                  <a:pathLst>
                    <a:path w="794369" h="738666">
                      <a:moveTo>
                        <a:pt x="368979" y="397442"/>
                      </a:moveTo>
                      <a:lnTo>
                        <a:pt x="372436" y="399772"/>
                      </a:lnTo>
                      <a:cubicBezTo>
                        <a:pt x="380033" y="402985"/>
                        <a:pt x="388386" y="404762"/>
                        <a:pt x="397153" y="404762"/>
                      </a:cubicBezTo>
                      <a:cubicBezTo>
                        <a:pt x="405921" y="404762"/>
                        <a:pt x="414273" y="402985"/>
                        <a:pt x="421870" y="399772"/>
                      </a:cubicBezTo>
                      <a:lnTo>
                        <a:pt x="423284" y="398819"/>
                      </a:lnTo>
                      <a:lnTo>
                        <a:pt x="590204" y="686613"/>
                      </a:lnTo>
                      <a:lnTo>
                        <a:pt x="551841" y="707436"/>
                      </a:lnTo>
                      <a:cubicBezTo>
                        <a:pt x="504296" y="727546"/>
                        <a:pt x="452023" y="738666"/>
                        <a:pt x="397153" y="738666"/>
                      </a:cubicBezTo>
                      <a:cubicBezTo>
                        <a:pt x="342283" y="738666"/>
                        <a:pt x="290010" y="727546"/>
                        <a:pt x="242466" y="707436"/>
                      </a:cubicBezTo>
                      <a:lnTo>
                        <a:pt x="201940" y="685440"/>
                      </a:lnTo>
                      <a:close/>
                      <a:moveTo>
                        <a:pt x="397153" y="299948"/>
                      </a:moveTo>
                      <a:cubicBezTo>
                        <a:pt x="419970" y="299948"/>
                        <a:pt x="438467" y="318445"/>
                        <a:pt x="438467" y="341262"/>
                      </a:cubicBezTo>
                      <a:cubicBezTo>
                        <a:pt x="438467" y="364079"/>
                        <a:pt x="419970" y="382576"/>
                        <a:pt x="397153" y="382576"/>
                      </a:cubicBezTo>
                      <a:cubicBezTo>
                        <a:pt x="374336" y="382576"/>
                        <a:pt x="355839" y="364079"/>
                        <a:pt x="355839" y="341262"/>
                      </a:cubicBezTo>
                      <a:cubicBezTo>
                        <a:pt x="355839" y="318445"/>
                        <a:pt x="374336" y="299948"/>
                        <a:pt x="397153" y="299948"/>
                      </a:cubicBezTo>
                      <a:close/>
                      <a:moveTo>
                        <a:pt x="194535" y="1106"/>
                      </a:moveTo>
                      <a:lnTo>
                        <a:pt x="361428" y="290174"/>
                      </a:lnTo>
                      <a:lnTo>
                        <a:pt x="352252" y="296361"/>
                      </a:lnTo>
                      <a:cubicBezTo>
                        <a:pt x="346506" y="302107"/>
                        <a:pt x="341856" y="308948"/>
                        <a:pt x="338643" y="316545"/>
                      </a:cubicBezTo>
                      <a:lnTo>
                        <a:pt x="334019" y="339448"/>
                      </a:lnTo>
                      <a:lnTo>
                        <a:pt x="0" y="338785"/>
                      </a:lnTo>
                      <a:lnTo>
                        <a:pt x="7824" y="261172"/>
                      </a:lnTo>
                      <a:cubicBezTo>
                        <a:pt x="28999" y="157692"/>
                        <a:pt x="90394" y="68863"/>
                        <a:pt x="174962" y="11729"/>
                      </a:cubicBezTo>
                      <a:close/>
                      <a:moveTo>
                        <a:pt x="597737" y="0"/>
                      </a:moveTo>
                      <a:lnTo>
                        <a:pt x="619345" y="11728"/>
                      </a:lnTo>
                      <a:cubicBezTo>
                        <a:pt x="703913" y="68862"/>
                        <a:pt x="765308" y="157691"/>
                        <a:pt x="786483" y="261171"/>
                      </a:cubicBezTo>
                      <a:lnTo>
                        <a:pt x="794369" y="339394"/>
                      </a:lnTo>
                      <a:lnTo>
                        <a:pt x="460142" y="338730"/>
                      </a:lnTo>
                      <a:lnTo>
                        <a:pt x="455663" y="316545"/>
                      </a:lnTo>
                      <a:cubicBezTo>
                        <a:pt x="452450" y="308948"/>
                        <a:pt x="447800" y="302107"/>
                        <a:pt x="442054" y="296361"/>
                      </a:cubicBezTo>
                      <a:lnTo>
                        <a:pt x="431504" y="289248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7CED3719-4579-CE15-1DC8-877397D4B25D}"/>
              </a:ext>
            </a:extLst>
          </p:cNvPr>
          <p:cNvSpPr/>
          <p:nvPr/>
        </p:nvSpPr>
        <p:spPr>
          <a:xfrm>
            <a:off x="1741431" y="4216400"/>
            <a:ext cx="220662" cy="720725"/>
          </a:xfrm>
          <a:prstGeom prst="roundRect">
            <a:avLst>
              <a:gd name="adj" fmla="val 6029"/>
            </a:avLst>
          </a:prstGeom>
          <a:solidFill>
            <a:srgbClr val="404040"/>
          </a:solidFill>
          <a:ln w="15875" cap="flat">
            <a:solidFill>
              <a:srgbClr val="000000"/>
            </a:solidFill>
            <a:prstDash val="solid"/>
            <a:round/>
          </a:ln>
        </p:spPr>
        <p:txBody>
          <a:bodyPr lIns="0" tIns="0" rIns="0" bIns="0" rtlCol="0" anchor="ctr"/>
          <a:lstStyle/>
          <a:p>
            <a:endParaRPr lang="en-CA" sz="900">
              <a:solidFill>
                <a:schemeClr val="tx1"/>
              </a:solidFill>
            </a:endParaRPr>
          </a:p>
        </p:txBody>
      </p:sp>
      <p:grpSp>
        <p:nvGrpSpPr>
          <p:cNvPr id="1244" name="Group 1243">
            <a:extLst>
              <a:ext uri="{FF2B5EF4-FFF2-40B4-BE49-F238E27FC236}">
                <a16:creationId xmlns:a16="http://schemas.microsoft.com/office/drawing/2014/main" id="{84AC8545-8F39-64A0-D2D3-2B65E3AD7C66}"/>
              </a:ext>
            </a:extLst>
          </p:cNvPr>
          <p:cNvGrpSpPr/>
          <p:nvPr/>
        </p:nvGrpSpPr>
        <p:grpSpPr>
          <a:xfrm>
            <a:off x="4351499" y="-1300655"/>
            <a:ext cx="1258350" cy="718772"/>
            <a:chOff x="6319124" y="1307234"/>
            <a:chExt cx="1453838" cy="830435"/>
          </a:xfrm>
        </p:grpSpPr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78A32C8-59E2-D3C0-8F35-A4618BE25055}"/>
                </a:ext>
              </a:extLst>
            </p:cNvPr>
            <p:cNvSpPr/>
            <p:nvPr/>
          </p:nvSpPr>
          <p:spPr>
            <a:xfrm>
              <a:off x="6319124" y="1307234"/>
              <a:ext cx="1453838" cy="83043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2BCEDD48-AAE0-DC62-54B0-1DA237754689}"/>
                </a:ext>
              </a:extLst>
            </p:cNvPr>
            <p:cNvSpPr/>
            <p:nvPr/>
          </p:nvSpPr>
          <p:spPr>
            <a:xfrm>
              <a:off x="7084651" y="1374022"/>
              <a:ext cx="468642" cy="261712"/>
            </a:xfrm>
            <a:custGeom>
              <a:avLst/>
              <a:gdLst>
                <a:gd name="connsiteX0" fmla="*/ -1932 w 431495"/>
                <a:gd name="connsiteY0" fmla="*/ 14602 h 240965"/>
                <a:gd name="connsiteX1" fmla="*/ 13310 w 431495"/>
                <a:gd name="connsiteY1" fmla="*/ -624 h 240965"/>
                <a:gd name="connsiteX2" fmla="*/ 414321 w 431495"/>
                <a:gd name="connsiteY2" fmla="*/ -624 h 240965"/>
                <a:gd name="connsiteX3" fmla="*/ 429563 w 431495"/>
                <a:gd name="connsiteY3" fmla="*/ 14602 h 240965"/>
                <a:gd name="connsiteX4" fmla="*/ 429563 w 431495"/>
                <a:gd name="connsiteY4" fmla="*/ 225115 h 240965"/>
                <a:gd name="connsiteX5" fmla="*/ 414321 w 431495"/>
                <a:gd name="connsiteY5" fmla="*/ 240341 h 240965"/>
                <a:gd name="connsiteX6" fmla="*/ 13310 w 431495"/>
                <a:gd name="connsiteY6" fmla="*/ 240341 h 240965"/>
                <a:gd name="connsiteX7" fmla="*/ -1932 w 431495"/>
                <a:gd name="connsiteY7" fmla="*/ 225115 h 240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95" h="240965">
                  <a:moveTo>
                    <a:pt x="-1932" y="14602"/>
                  </a:moveTo>
                  <a:cubicBezTo>
                    <a:pt x="-1932" y="6190"/>
                    <a:pt x="4905" y="-624"/>
                    <a:pt x="13310" y="-624"/>
                  </a:cubicBezTo>
                  <a:lnTo>
                    <a:pt x="414321" y="-624"/>
                  </a:lnTo>
                  <a:cubicBezTo>
                    <a:pt x="422727" y="-624"/>
                    <a:pt x="429563" y="6190"/>
                    <a:pt x="429563" y="14602"/>
                  </a:cubicBezTo>
                  <a:lnTo>
                    <a:pt x="429563" y="225115"/>
                  </a:lnTo>
                  <a:cubicBezTo>
                    <a:pt x="429563" y="233527"/>
                    <a:pt x="422727" y="240341"/>
                    <a:pt x="414321" y="240341"/>
                  </a:cubicBezTo>
                  <a:lnTo>
                    <a:pt x="13310" y="240341"/>
                  </a:lnTo>
                  <a:cubicBezTo>
                    <a:pt x="4905" y="240341"/>
                    <a:pt x="-1932" y="233527"/>
                    <a:pt x="-1932" y="225115"/>
                  </a:cubicBezTo>
                  <a:close/>
                </a:path>
              </a:pathLst>
            </a:custGeom>
            <a:solidFill>
              <a:srgbClr val="FFFFFF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985B6E87-61EA-B590-0CDC-7EE8170C235A}"/>
                </a:ext>
              </a:extLst>
            </p:cNvPr>
            <p:cNvSpPr/>
            <p:nvPr/>
          </p:nvSpPr>
          <p:spPr>
            <a:xfrm>
              <a:off x="7182031" y="1459229"/>
              <a:ext cx="140044" cy="6084"/>
            </a:xfrm>
            <a:custGeom>
              <a:avLst/>
              <a:gdLst>
                <a:gd name="connsiteX0" fmla="*/ -1932 w 128944"/>
                <a:gd name="connsiteY0" fmla="*/ -624 h 5603"/>
                <a:gd name="connsiteX1" fmla="*/ 127012 w 12894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944" h="5603">
                  <a:moveTo>
                    <a:pt x="-1932" y="-624"/>
                  </a:moveTo>
                  <a:lnTo>
                    <a:pt x="12701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8CCF7931-E40E-31A4-DF5B-7A915E7BB239}"/>
                </a:ext>
              </a:extLst>
            </p:cNvPr>
            <p:cNvSpPr/>
            <p:nvPr/>
          </p:nvSpPr>
          <p:spPr>
            <a:xfrm>
              <a:off x="7182031" y="1544437"/>
              <a:ext cx="171996" cy="6084"/>
            </a:xfrm>
            <a:custGeom>
              <a:avLst/>
              <a:gdLst>
                <a:gd name="connsiteX0" fmla="*/ -1932 w 158364"/>
                <a:gd name="connsiteY0" fmla="*/ -624 h 5603"/>
                <a:gd name="connsiteX1" fmla="*/ 156432 w 158364"/>
                <a:gd name="connsiteY1" fmla="*/ -624 h 5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8364" h="5603">
                  <a:moveTo>
                    <a:pt x="-1932" y="-624"/>
                  </a:moveTo>
                  <a:lnTo>
                    <a:pt x="156432" y="-624"/>
                  </a:lnTo>
                </a:path>
              </a:pathLst>
            </a:custGeom>
            <a:noFill/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4AF7ADDE-BE0E-38D4-780A-3DA34256E57D}"/>
                </a:ext>
              </a:extLst>
            </p:cNvPr>
            <p:cNvSpPr/>
            <p:nvPr/>
          </p:nvSpPr>
          <p:spPr>
            <a:xfrm>
              <a:off x="7407223" y="1434885"/>
              <a:ext cx="85209" cy="48689"/>
            </a:xfrm>
            <a:custGeom>
              <a:avLst/>
              <a:gdLst>
                <a:gd name="connsiteX0" fmla="*/ -1932 w 78453"/>
                <a:gd name="connsiteY0" fmla="*/ 6846 h 44830"/>
                <a:gd name="connsiteX1" fmla="*/ 5522 w 78453"/>
                <a:gd name="connsiteY1" fmla="*/ -624 h 44830"/>
                <a:gd name="connsiteX2" fmla="*/ 69068 w 78453"/>
                <a:gd name="connsiteY2" fmla="*/ -624 h 44830"/>
                <a:gd name="connsiteX3" fmla="*/ 76522 w 78453"/>
                <a:gd name="connsiteY3" fmla="*/ 6846 h 44830"/>
                <a:gd name="connsiteX4" fmla="*/ 76522 w 78453"/>
                <a:gd name="connsiteY4" fmla="*/ 36737 h 44830"/>
                <a:gd name="connsiteX5" fmla="*/ 69068 w 78453"/>
                <a:gd name="connsiteY5" fmla="*/ 44207 h 44830"/>
                <a:gd name="connsiteX6" fmla="*/ 5522 w 78453"/>
                <a:gd name="connsiteY6" fmla="*/ 44207 h 44830"/>
                <a:gd name="connsiteX7" fmla="*/ -1932 w 78453"/>
                <a:gd name="connsiteY7" fmla="*/ 36737 h 44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453" h="44830">
                  <a:moveTo>
                    <a:pt x="-1932" y="6846"/>
                  </a:moveTo>
                  <a:cubicBezTo>
                    <a:pt x="-1932" y="2721"/>
                    <a:pt x="1431" y="-624"/>
                    <a:pt x="5522" y="-624"/>
                  </a:cubicBezTo>
                  <a:lnTo>
                    <a:pt x="69068" y="-624"/>
                  </a:lnTo>
                  <a:cubicBezTo>
                    <a:pt x="73159" y="-624"/>
                    <a:pt x="76522" y="2721"/>
                    <a:pt x="76522" y="6846"/>
                  </a:cubicBezTo>
                  <a:lnTo>
                    <a:pt x="76522" y="36737"/>
                  </a:lnTo>
                  <a:cubicBezTo>
                    <a:pt x="76522" y="40861"/>
                    <a:pt x="73159" y="44207"/>
                    <a:pt x="69068" y="44207"/>
                  </a:cubicBezTo>
                  <a:lnTo>
                    <a:pt x="5522" y="44207"/>
                  </a:lnTo>
                  <a:cubicBezTo>
                    <a:pt x="1431" y="44207"/>
                    <a:pt x="-1932" y="40861"/>
                    <a:pt x="-1932" y="36737"/>
                  </a:cubicBezTo>
                  <a:close/>
                </a:path>
              </a:pathLst>
            </a:custGeom>
            <a:solidFill>
              <a:srgbClr val="F04C4E"/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19" name="Rectangle 1218">
              <a:extLst>
                <a:ext uri="{FF2B5EF4-FFF2-40B4-BE49-F238E27FC236}">
                  <a16:creationId xmlns:a16="http://schemas.microsoft.com/office/drawing/2014/main" id="{828741BD-E2CE-90B5-88C1-E21B2EE6E8E4}"/>
                </a:ext>
              </a:extLst>
            </p:cNvPr>
            <p:cNvSpPr/>
            <p:nvPr/>
          </p:nvSpPr>
          <p:spPr>
            <a:xfrm flipH="1">
              <a:off x="6370018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sp>
          <p:nvSpPr>
            <p:cNvPr id="1220" name="Rectangle: Rounded Corners 1219">
              <a:extLst>
                <a:ext uri="{FF2B5EF4-FFF2-40B4-BE49-F238E27FC236}">
                  <a16:creationId xmlns:a16="http://schemas.microsoft.com/office/drawing/2014/main" id="{F6E0475A-4C61-6DFF-2045-C31D2AAD0CA1}"/>
                </a:ext>
              </a:extLst>
            </p:cNvPr>
            <p:cNvSpPr/>
            <p:nvPr/>
          </p:nvSpPr>
          <p:spPr>
            <a:xfrm>
              <a:off x="7454037" y="1967031"/>
              <a:ext cx="79122" cy="108253"/>
            </a:xfrm>
            <a:prstGeom prst="roundRect">
              <a:avLst/>
            </a:prstGeom>
            <a:solidFill>
              <a:schemeClr val="tx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1" name="Rectangle: Rounded Corners 1220">
              <a:extLst>
                <a:ext uri="{FF2B5EF4-FFF2-40B4-BE49-F238E27FC236}">
                  <a16:creationId xmlns:a16="http://schemas.microsoft.com/office/drawing/2014/main" id="{CB7F7E44-F729-9448-9DCA-D4379B44687B}"/>
                </a:ext>
              </a:extLst>
            </p:cNvPr>
            <p:cNvSpPr/>
            <p:nvPr/>
          </p:nvSpPr>
          <p:spPr>
            <a:xfrm rot="5400000">
              <a:off x="7279412" y="1976444"/>
              <a:ext cx="79122" cy="108253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2800">
                <a:cs typeface="Segoe UI" panose="020B0502040204020203" pitchFamily="34" charset="0"/>
              </a:endParaRPr>
            </a:p>
          </p:txBody>
        </p:sp>
        <p:sp>
          <p:nvSpPr>
            <p:cNvPr id="1222" name="Oval 1221">
              <a:extLst>
                <a:ext uri="{FF2B5EF4-FFF2-40B4-BE49-F238E27FC236}">
                  <a16:creationId xmlns:a16="http://schemas.microsoft.com/office/drawing/2014/main" id="{B6382838-CAA9-78F6-942A-725F3D32D1DC}"/>
                </a:ext>
              </a:extLst>
            </p:cNvPr>
            <p:cNvSpPr/>
            <p:nvPr/>
          </p:nvSpPr>
          <p:spPr>
            <a:xfrm>
              <a:off x="6520307" y="1409614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3" name="Oval 1222">
              <a:extLst>
                <a:ext uri="{FF2B5EF4-FFF2-40B4-BE49-F238E27FC236}">
                  <a16:creationId xmlns:a16="http://schemas.microsoft.com/office/drawing/2014/main" id="{F2EC48B0-A2F4-AD7F-14B6-A92BA4D787D2}"/>
                </a:ext>
              </a:extLst>
            </p:cNvPr>
            <p:cNvSpPr/>
            <p:nvPr/>
          </p:nvSpPr>
          <p:spPr>
            <a:xfrm>
              <a:off x="6576615" y="1971683"/>
              <a:ext cx="58249" cy="5785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4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224" name="Rectangle 1223">
              <a:extLst>
                <a:ext uri="{FF2B5EF4-FFF2-40B4-BE49-F238E27FC236}">
                  <a16:creationId xmlns:a16="http://schemas.microsoft.com/office/drawing/2014/main" id="{C0860374-739F-DF7F-5AA1-1E5E8B56E300}"/>
                </a:ext>
              </a:extLst>
            </p:cNvPr>
            <p:cNvSpPr/>
            <p:nvPr/>
          </p:nvSpPr>
          <p:spPr>
            <a:xfrm flipH="1">
              <a:off x="7634236" y="1307234"/>
              <a:ext cx="79120" cy="8218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1905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/>
            </a:p>
          </p:txBody>
        </p:sp>
        <p:grpSp>
          <p:nvGrpSpPr>
            <p:cNvPr id="1225" name="Group 1224">
              <a:extLst>
                <a:ext uri="{FF2B5EF4-FFF2-40B4-BE49-F238E27FC236}">
                  <a16:creationId xmlns:a16="http://schemas.microsoft.com/office/drawing/2014/main" id="{831BC7E5-59FF-E08C-2A59-EAEC0A7D5633}"/>
                </a:ext>
              </a:extLst>
            </p:cNvPr>
            <p:cNvGrpSpPr/>
            <p:nvPr/>
          </p:nvGrpSpPr>
          <p:grpSpPr>
            <a:xfrm>
              <a:off x="6819774" y="1924393"/>
              <a:ext cx="206437" cy="122944"/>
              <a:chOff x="8828617" y="4159250"/>
              <a:chExt cx="314007" cy="187007"/>
            </a:xfrm>
          </p:grpSpPr>
          <p:grpSp>
            <p:nvGrpSpPr>
              <p:cNvPr id="1226" name="Group 1225">
                <a:extLst>
                  <a:ext uri="{FF2B5EF4-FFF2-40B4-BE49-F238E27FC236}">
                    <a16:creationId xmlns:a16="http://schemas.microsoft.com/office/drawing/2014/main" id="{70603660-2AB2-4D78-CC63-2AF157FA9FB2}"/>
                  </a:ext>
                </a:extLst>
              </p:cNvPr>
              <p:cNvGrpSpPr/>
              <p:nvPr/>
            </p:nvGrpSpPr>
            <p:grpSpPr>
              <a:xfrm>
                <a:off x="8828617" y="4159250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9" name="Oval 1238">
                  <a:extLst>
                    <a:ext uri="{FF2B5EF4-FFF2-40B4-BE49-F238E27FC236}">
                      <a16:creationId xmlns:a16="http://schemas.microsoft.com/office/drawing/2014/main" id="{9566A318-31BB-0167-1963-BA3466586A29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0" name="Oval 1239">
                  <a:extLst>
                    <a:ext uri="{FF2B5EF4-FFF2-40B4-BE49-F238E27FC236}">
                      <a16:creationId xmlns:a16="http://schemas.microsoft.com/office/drawing/2014/main" id="{12DEE2E4-7A72-4183-0553-381186D65DA6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1" name="Oval 1240">
                  <a:extLst>
                    <a:ext uri="{FF2B5EF4-FFF2-40B4-BE49-F238E27FC236}">
                      <a16:creationId xmlns:a16="http://schemas.microsoft.com/office/drawing/2014/main" id="{4A8B605B-4306-EA7C-54B4-645CF49CAF59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2" name="Oval 1241">
                  <a:extLst>
                    <a:ext uri="{FF2B5EF4-FFF2-40B4-BE49-F238E27FC236}">
                      <a16:creationId xmlns:a16="http://schemas.microsoft.com/office/drawing/2014/main" id="{A2685151-F704-37D2-2106-DBA30BC07461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43" name="Oval 1242">
                  <a:extLst>
                    <a:ext uri="{FF2B5EF4-FFF2-40B4-BE49-F238E27FC236}">
                      <a16:creationId xmlns:a16="http://schemas.microsoft.com/office/drawing/2014/main" id="{FD3E33D2-FAAC-B2DB-8BA9-80008FF3709A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7" name="Group 1226">
                <a:extLst>
                  <a:ext uri="{FF2B5EF4-FFF2-40B4-BE49-F238E27FC236}">
                    <a16:creationId xmlns:a16="http://schemas.microsoft.com/office/drawing/2014/main" id="{72463CD1-89D7-8F50-CEAC-001064260458}"/>
                  </a:ext>
                </a:extLst>
              </p:cNvPr>
              <p:cNvGrpSpPr/>
              <p:nvPr/>
            </p:nvGrpSpPr>
            <p:grpSpPr>
              <a:xfrm>
                <a:off x="8828617" y="4229894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34" name="Oval 1233">
                  <a:extLst>
                    <a:ext uri="{FF2B5EF4-FFF2-40B4-BE49-F238E27FC236}">
                      <a16:creationId xmlns:a16="http://schemas.microsoft.com/office/drawing/2014/main" id="{DC9864C8-6C6B-74BF-8003-7E10E18C1A3A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5" name="Oval 1234">
                  <a:extLst>
                    <a:ext uri="{FF2B5EF4-FFF2-40B4-BE49-F238E27FC236}">
                      <a16:creationId xmlns:a16="http://schemas.microsoft.com/office/drawing/2014/main" id="{7DA7D591-C8A0-593C-8861-F7D882D4A723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6" name="Oval 1235">
                  <a:extLst>
                    <a:ext uri="{FF2B5EF4-FFF2-40B4-BE49-F238E27FC236}">
                      <a16:creationId xmlns:a16="http://schemas.microsoft.com/office/drawing/2014/main" id="{E80319BE-03C2-3187-503E-2547811D8EFF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7" name="Oval 1236">
                  <a:extLst>
                    <a:ext uri="{FF2B5EF4-FFF2-40B4-BE49-F238E27FC236}">
                      <a16:creationId xmlns:a16="http://schemas.microsoft.com/office/drawing/2014/main" id="{1D0776B8-454C-EE16-5EEB-758E6017B5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8" name="Oval 1237">
                  <a:extLst>
                    <a:ext uri="{FF2B5EF4-FFF2-40B4-BE49-F238E27FC236}">
                      <a16:creationId xmlns:a16="http://schemas.microsoft.com/office/drawing/2014/main" id="{842D870A-6AA3-9434-24FD-8A4DBFB96023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1228" name="Group 1227">
                <a:extLst>
                  <a:ext uri="{FF2B5EF4-FFF2-40B4-BE49-F238E27FC236}">
                    <a16:creationId xmlns:a16="http://schemas.microsoft.com/office/drawing/2014/main" id="{4460DBA4-79CC-6159-3A08-019D8DF683EF}"/>
                  </a:ext>
                </a:extLst>
              </p:cNvPr>
              <p:cNvGrpSpPr/>
              <p:nvPr/>
            </p:nvGrpSpPr>
            <p:grpSpPr>
              <a:xfrm>
                <a:off x="8828617" y="4300538"/>
                <a:ext cx="314007" cy="45719"/>
                <a:chOff x="8828617" y="4159250"/>
                <a:chExt cx="314007" cy="45719"/>
              </a:xfrm>
              <a:solidFill>
                <a:schemeClr val="tx1"/>
              </a:solidFill>
            </p:grpSpPr>
            <p:sp>
              <p:nvSpPr>
                <p:cNvPr id="1229" name="Oval 1228">
                  <a:extLst>
                    <a:ext uri="{FF2B5EF4-FFF2-40B4-BE49-F238E27FC236}">
                      <a16:creationId xmlns:a16="http://schemas.microsoft.com/office/drawing/2014/main" id="{C7DCB59F-CA8E-5023-8D95-FFE2FB2719BC}"/>
                    </a:ext>
                  </a:extLst>
                </p:cNvPr>
                <p:cNvSpPr/>
                <p:nvPr/>
              </p:nvSpPr>
              <p:spPr>
                <a:xfrm>
                  <a:off x="8828617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0" name="Oval 1229">
                  <a:extLst>
                    <a:ext uri="{FF2B5EF4-FFF2-40B4-BE49-F238E27FC236}">
                      <a16:creationId xmlns:a16="http://schemas.microsoft.com/office/drawing/2014/main" id="{2E846A54-AA02-0DE3-FEC5-2E46908AFE05}"/>
                    </a:ext>
                  </a:extLst>
                </p:cNvPr>
                <p:cNvSpPr/>
                <p:nvPr/>
              </p:nvSpPr>
              <p:spPr>
                <a:xfrm>
                  <a:off x="8895689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1" name="Oval 1230">
                  <a:extLst>
                    <a:ext uri="{FF2B5EF4-FFF2-40B4-BE49-F238E27FC236}">
                      <a16:creationId xmlns:a16="http://schemas.microsoft.com/office/drawing/2014/main" id="{63CB51B2-967F-ECBE-CC36-59F41805B722}"/>
                    </a:ext>
                  </a:extLst>
                </p:cNvPr>
                <p:cNvSpPr/>
                <p:nvPr/>
              </p:nvSpPr>
              <p:spPr>
                <a:xfrm>
                  <a:off x="8962761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2" name="Oval 1231">
                  <a:extLst>
                    <a:ext uri="{FF2B5EF4-FFF2-40B4-BE49-F238E27FC236}">
                      <a16:creationId xmlns:a16="http://schemas.microsoft.com/office/drawing/2014/main" id="{1577BE12-542C-F5C8-46D8-A7D4986AAB24}"/>
                    </a:ext>
                  </a:extLst>
                </p:cNvPr>
                <p:cNvSpPr/>
                <p:nvPr/>
              </p:nvSpPr>
              <p:spPr>
                <a:xfrm>
                  <a:off x="9029833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233" name="Oval 1232">
                  <a:extLst>
                    <a:ext uri="{FF2B5EF4-FFF2-40B4-BE49-F238E27FC236}">
                      <a16:creationId xmlns:a16="http://schemas.microsoft.com/office/drawing/2014/main" id="{75A8B4E1-960E-0680-AA82-6C320C1724B9}"/>
                    </a:ext>
                  </a:extLst>
                </p:cNvPr>
                <p:cNvSpPr/>
                <p:nvPr/>
              </p:nvSpPr>
              <p:spPr>
                <a:xfrm>
                  <a:off x="9096905" y="4159250"/>
                  <a:ext cx="45719" cy="45719"/>
                </a:xfrm>
                <a:prstGeom prst="ellipse">
                  <a:avLst/>
                </a:prstGeom>
                <a:grpFill/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</p:grpSp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7643417" y="161190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4542978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3075956" y="16437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33234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46184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77587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63438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6208783" y="1636408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367230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429072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6445349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6996194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309357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993214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991389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94576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92644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7484644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053525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107768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CE279F-64D4-3BFE-549D-3660ED889BF9}"/>
              </a:ext>
            </a:extLst>
          </p:cNvPr>
          <p:cNvGrpSpPr/>
          <p:nvPr/>
        </p:nvGrpSpPr>
        <p:grpSpPr>
          <a:xfrm>
            <a:off x="10844991" y="1438540"/>
            <a:ext cx="1007858" cy="98802"/>
            <a:chOff x="8562486" y="3788901"/>
            <a:chExt cx="1207781" cy="118401"/>
          </a:xfrm>
          <a:solidFill>
            <a:srgbClr val="404040"/>
          </a:solidFill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427754F5-E505-3417-3174-41436C13D48C}"/>
                </a:ext>
              </a:extLst>
            </p:cNvPr>
            <p:cNvSpPr/>
            <p:nvPr/>
          </p:nvSpPr>
          <p:spPr>
            <a:xfrm rot="5400000">
              <a:off x="8533858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4A0C474-8A27-667C-B47B-33258881B80C}"/>
                </a:ext>
              </a:extLst>
            </p:cNvPr>
            <p:cNvSpPr/>
            <p:nvPr/>
          </p:nvSpPr>
          <p:spPr>
            <a:xfrm rot="5400000">
              <a:off x="9680493" y="3817529"/>
              <a:ext cx="118401" cy="61146"/>
            </a:xfrm>
            <a:prstGeom prst="roundRect">
              <a:avLst>
                <a:gd name="adj" fmla="val 22789"/>
              </a:avLst>
            </a:prstGeom>
            <a:grp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8807594-A304-7545-C4C7-650688DF45CC}"/>
              </a:ext>
            </a:extLst>
          </p:cNvPr>
          <p:cNvSpPr/>
          <p:nvPr/>
        </p:nvSpPr>
        <p:spPr>
          <a:xfrm>
            <a:off x="10791210" y="1014413"/>
            <a:ext cx="1115419" cy="491499"/>
          </a:xfrm>
          <a:prstGeom prst="roundRect">
            <a:avLst>
              <a:gd name="adj" fmla="val 3608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46BF2B-5F95-67FB-63A1-7B7789D07DD7}"/>
              </a:ext>
            </a:extLst>
          </p:cNvPr>
          <p:cNvSpPr/>
          <p:nvPr/>
        </p:nvSpPr>
        <p:spPr>
          <a:xfrm>
            <a:off x="11766992" y="1254422"/>
            <a:ext cx="38151" cy="38151"/>
          </a:xfrm>
          <a:prstGeom prst="ellipse">
            <a:avLst/>
          </a:prstGeom>
          <a:solidFill>
            <a:srgbClr val="00A44D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3D013A-C7E9-40EF-B37B-A75A736E0686}"/>
              </a:ext>
            </a:extLst>
          </p:cNvPr>
          <p:cNvCxnSpPr>
            <a:cxnSpLocks/>
          </p:cNvCxnSpPr>
          <p:nvPr/>
        </p:nvCxnSpPr>
        <p:spPr>
          <a:xfrm>
            <a:off x="10894692" y="1101022"/>
            <a:ext cx="146371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41ED277-505F-97DB-072A-77BFC31751B1}"/>
              </a:ext>
            </a:extLst>
          </p:cNvPr>
          <p:cNvCxnSpPr>
            <a:cxnSpLocks/>
          </p:cNvCxnSpPr>
          <p:nvPr/>
        </p:nvCxnSpPr>
        <p:spPr>
          <a:xfrm>
            <a:off x="10894692" y="1179262"/>
            <a:ext cx="246384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C9A1777-AB5C-66D1-9302-57BD680CB94F}"/>
              </a:ext>
            </a:extLst>
          </p:cNvPr>
          <p:cNvCxnSpPr>
            <a:cxnSpLocks/>
          </p:cNvCxnSpPr>
          <p:nvPr/>
        </p:nvCxnSpPr>
        <p:spPr>
          <a:xfrm>
            <a:off x="10894692" y="1257502"/>
            <a:ext cx="403546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9E0B8D5-6DA4-9B1B-3734-E9B6E94810DE}"/>
              </a:ext>
            </a:extLst>
          </p:cNvPr>
          <p:cNvSpPr/>
          <p:nvPr/>
        </p:nvSpPr>
        <p:spPr>
          <a:xfrm>
            <a:off x="11650311" y="1254422"/>
            <a:ext cx="38151" cy="38151"/>
          </a:xfrm>
          <a:prstGeom prst="ellipse">
            <a:avLst/>
          </a:prstGeom>
          <a:solidFill>
            <a:srgbClr val="CF313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6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48B15F1-A2CE-79D2-02F0-36CD6F03EB76}"/>
              </a:ext>
            </a:extLst>
          </p:cNvPr>
          <p:cNvGrpSpPr/>
          <p:nvPr/>
        </p:nvGrpSpPr>
        <p:grpSpPr>
          <a:xfrm>
            <a:off x="1188763" y="5194422"/>
            <a:ext cx="850692" cy="98804"/>
            <a:chOff x="8776511" y="3788901"/>
            <a:chExt cx="1019433" cy="118403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7CE8E9D5-F350-E201-C457-037CFBEAC8BF}"/>
                </a:ext>
              </a:extLst>
            </p:cNvPr>
            <p:cNvSpPr/>
            <p:nvPr/>
          </p:nvSpPr>
          <p:spPr>
            <a:xfrm rot="5400000">
              <a:off x="8747884" y="3817530"/>
              <a:ext cx="118401" cy="61147"/>
            </a:xfrm>
            <a:prstGeom prst="roundRect">
              <a:avLst>
                <a:gd name="adj" fmla="val 22789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25F92C8E-7469-B4BC-11B5-87017860E690}"/>
                </a:ext>
              </a:extLst>
            </p:cNvPr>
            <p:cNvSpPr/>
            <p:nvPr/>
          </p:nvSpPr>
          <p:spPr>
            <a:xfrm rot="5400000">
              <a:off x="9706170" y="3817529"/>
              <a:ext cx="118401" cy="61146"/>
            </a:xfrm>
            <a:prstGeom prst="roundRect">
              <a:avLst>
                <a:gd name="adj" fmla="val 22789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3FD0B7B-88F3-EDD3-C640-24659D401EAE}"/>
              </a:ext>
            </a:extLst>
          </p:cNvPr>
          <p:cNvSpPr/>
          <p:nvPr/>
        </p:nvSpPr>
        <p:spPr>
          <a:xfrm>
            <a:off x="1152525" y="4694526"/>
            <a:ext cx="923096" cy="567257"/>
          </a:xfrm>
          <a:prstGeom prst="roundRect">
            <a:avLst>
              <a:gd name="adj" fmla="val 3608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9CA2116-EE9C-08A7-F2B4-3E6657D6E278}"/>
              </a:ext>
            </a:extLst>
          </p:cNvPr>
          <p:cNvCxnSpPr>
            <a:cxnSpLocks/>
          </p:cNvCxnSpPr>
          <p:nvPr/>
        </p:nvCxnSpPr>
        <p:spPr>
          <a:xfrm>
            <a:off x="1723914" y="4780693"/>
            <a:ext cx="255696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1056898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2E6FD0B-3E8B-F01D-1BFE-7DB54B43B0A7}"/>
              </a:ext>
            </a:extLst>
          </p:cNvPr>
          <p:cNvCxnSpPr>
            <a:cxnSpLocks/>
          </p:cNvCxnSpPr>
          <p:nvPr/>
        </p:nvCxnSpPr>
        <p:spPr>
          <a:xfrm>
            <a:off x="1865310" y="5170423"/>
            <a:ext cx="114300" cy="0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A7A3DD0-785D-D375-9427-E61FAEEFF848}"/>
              </a:ext>
            </a:extLst>
          </p:cNvPr>
          <p:cNvCxnSpPr>
            <a:cxnSpLocks/>
            <a:stCxn id="44" idx="0"/>
            <a:endCxn id="44" idx="2"/>
          </p:cNvCxnSpPr>
          <p:nvPr/>
        </p:nvCxnSpPr>
        <p:spPr>
          <a:xfrm>
            <a:off x="1614073" y="4694526"/>
            <a:ext cx="0" cy="567257"/>
          </a:xfrm>
          <a:prstGeom prst="line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D9DA2561-80C5-B4D9-C486-585E4F2AD1BB}"/>
              </a:ext>
            </a:extLst>
          </p:cNvPr>
          <p:cNvGrpSpPr/>
          <p:nvPr/>
        </p:nvGrpSpPr>
        <p:grpSpPr>
          <a:xfrm>
            <a:off x="1275935" y="4780693"/>
            <a:ext cx="214728" cy="223524"/>
            <a:chOff x="1518355" y="5776348"/>
            <a:chExt cx="214728" cy="223524"/>
          </a:xfrm>
        </p:grpSpPr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BEC0EB72-B784-CA26-87AE-EE278B9A3C01}"/>
                </a:ext>
              </a:extLst>
            </p:cNvPr>
            <p:cNvSpPr/>
            <p:nvPr/>
          </p:nvSpPr>
          <p:spPr>
            <a:xfrm>
              <a:off x="1518355" y="5776348"/>
              <a:ext cx="214728" cy="223524"/>
            </a:xfrm>
            <a:prstGeom prst="roundRect">
              <a:avLst>
                <a:gd name="adj" fmla="val 684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8DDB22BD-B114-BC26-D89E-51EFFBB2701B}"/>
                </a:ext>
              </a:extLst>
            </p:cNvPr>
            <p:cNvSpPr/>
            <p:nvPr/>
          </p:nvSpPr>
          <p:spPr>
            <a:xfrm>
              <a:off x="1552838" y="5810396"/>
              <a:ext cx="55130" cy="5994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BBC5D04-CBB4-5879-7BB3-12BBB3BDBF07}"/>
                </a:ext>
              </a:extLst>
            </p:cNvPr>
            <p:cNvSpPr/>
            <p:nvPr/>
          </p:nvSpPr>
          <p:spPr>
            <a:xfrm>
              <a:off x="1641854" y="5810396"/>
              <a:ext cx="55130" cy="5994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E7FE736-62FB-5D9F-880E-9F502684E315}"/>
                </a:ext>
              </a:extLst>
            </p:cNvPr>
            <p:cNvSpPr/>
            <p:nvPr/>
          </p:nvSpPr>
          <p:spPr>
            <a:xfrm>
              <a:off x="1552838" y="5905883"/>
              <a:ext cx="55131" cy="5994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8925284-5BF1-6C49-3F4B-A8F8BC2C5662}"/>
                </a:ext>
              </a:extLst>
            </p:cNvPr>
            <p:cNvSpPr/>
            <p:nvPr/>
          </p:nvSpPr>
          <p:spPr>
            <a:xfrm>
              <a:off x="1641855" y="5905883"/>
              <a:ext cx="55131" cy="5994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668FEAF-FC0B-852F-2469-583FC0DD5B34}"/>
              </a:ext>
            </a:extLst>
          </p:cNvPr>
          <p:cNvGrpSpPr/>
          <p:nvPr/>
        </p:nvGrpSpPr>
        <p:grpSpPr>
          <a:xfrm rot="5400000">
            <a:off x="1655588" y="4949126"/>
            <a:ext cx="97814" cy="91390"/>
            <a:chOff x="7591289" y="2542120"/>
            <a:chExt cx="123305" cy="115206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05798C5C-F17E-E8EA-E24A-E0457B6DD907}"/>
                </a:ext>
              </a:extLst>
            </p:cNvPr>
            <p:cNvSpPr/>
            <p:nvPr/>
          </p:nvSpPr>
          <p:spPr>
            <a:xfrm rot="10800000">
              <a:off x="7594389" y="2542120"/>
              <a:ext cx="115204" cy="11520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C689F64F-C7C6-A3E5-6DC6-A23C6A94B6F3}"/>
                </a:ext>
              </a:extLst>
            </p:cNvPr>
            <p:cNvSpPr/>
            <p:nvPr/>
          </p:nvSpPr>
          <p:spPr>
            <a:xfrm rot="10800000">
              <a:off x="7591289" y="2578010"/>
              <a:ext cx="123305" cy="43429"/>
            </a:xfrm>
            <a:prstGeom prst="roundRect">
              <a:avLst>
                <a:gd name="adj" fmla="val 41953"/>
              </a:avLst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935446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901012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3579535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3524251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30556</TotalTime>
  <Words>91</Words>
  <Application>Microsoft Office PowerPoint</Application>
  <PresentationFormat>Widescreen</PresentationFormat>
  <Paragraphs>56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Yu Gothic UI</vt:lpstr>
      <vt:lpstr>Arial</vt:lpstr>
      <vt:lpstr>Atopos</vt:lpstr>
      <vt:lpstr>Calibri</vt:lpstr>
      <vt:lpstr>Calibri Light</vt:lpstr>
      <vt:lpstr>Gotham Narrow Book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202</cp:revision>
  <dcterms:created xsi:type="dcterms:W3CDTF">2024-05-29T20:58:41Z</dcterms:created>
  <dcterms:modified xsi:type="dcterms:W3CDTF">2026-01-29T17:56:39Z</dcterms:modified>
</cp:coreProperties>
</file>