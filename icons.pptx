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131"/>
    <a:srgbClr val="D9D9D9"/>
    <a:srgbClr val="BFBFBF"/>
    <a:srgbClr val="404040"/>
    <a:srgbClr val="0070DA"/>
    <a:srgbClr val="89C6DB"/>
    <a:srgbClr val="47CFFF"/>
    <a:srgbClr val="00A44D"/>
    <a:srgbClr val="F6B803"/>
    <a:srgbClr val="8AB8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200" d="100"/>
          <a:sy n="200" d="100"/>
        </p:scale>
        <p:origin x="144" y="14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6ABD6D9B-0B9D-A25A-D270-C1CCF70C86B6}"/>
              </a:ext>
            </a:extLst>
          </p:cNvPr>
          <p:cNvSpPr/>
          <p:nvPr/>
        </p:nvSpPr>
        <p:spPr>
          <a:xfrm rot="19308453">
            <a:off x="10181952" y="5151020"/>
            <a:ext cx="168729" cy="245239"/>
          </a:xfrm>
          <a:prstGeom prst="round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060" name="Freeform: Shape 2059">
            <a:extLst>
              <a:ext uri="{FF2B5EF4-FFF2-40B4-BE49-F238E27FC236}">
                <a16:creationId xmlns:a16="http://schemas.microsoft.com/office/drawing/2014/main" id="{A838A026-0902-0079-2E0F-A5D2443BB61F}"/>
              </a:ext>
            </a:extLst>
          </p:cNvPr>
          <p:cNvSpPr/>
          <p:nvPr/>
        </p:nvSpPr>
        <p:spPr>
          <a:xfrm rot="19308453">
            <a:off x="10206492" y="5221903"/>
            <a:ext cx="168729" cy="165860"/>
          </a:xfrm>
          <a:custGeom>
            <a:avLst/>
            <a:gdLst>
              <a:gd name="csX0" fmla="*/ 0 w 168729"/>
              <a:gd name="csY0" fmla="*/ 0 h 165860"/>
              <a:gd name="csX1" fmla="*/ 168729 w 168729"/>
              <a:gd name="csY1" fmla="*/ 132740 h 165860"/>
              <a:gd name="csX2" fmla="*/ 168729 w 168729"/>
              <a:gd name="csY2" fmla="*/ 137738 h 165860"/>
              <a:gd name="csX3" fmla="*/ 140607 w 168729"/>
              <a:gd name="csY3" fmla="*/ 165860 h 165860"/>
              <a:gd name="csX4" fmla="*/ 28122 w 168729"/>
              <a:gd name="csY4" fmla="*/ 165860 h 165860"/>
              <a:gd name="csX5" fmla="*/ 0 w 168729"/>
              <a:gd name="csY5" fmla="*/ 137738 h 165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8729" h="165860">
                <a:moveTo>
                  <a:pt x="0" y="0"/>
                </a:moveTo>
                <a:lnTo>
                  <a:pt x="168729" y="132740"/>
                </a:lnTo>
                <a:lnTo>
                  <a:pt x="168729" y="137738"/>
                </a:lnTo>
                <a:cubicBezTo>
                  <a:pt x="168729" y="153269"/>
                  <a:pt x="156138" y="165860"/>
                  <a:pt x="140607" y="165860"/>
                </a:cubicBezTo>
                <a:lnTo>
                  <a:pt x="28122" y="165860"/>
                </a:lnTo>
                <a:cubicBezTo>
                  <a:pt x="12591" y="165860"/>
                  <a:pt x="0" y="153269"/>
                  <a:pt x="0" y="137738"/>
                </a:cubicBezTo>
                <a:close/>
              </a:path>
            </a:pathLst>
          </a:custGeom>
          <a:solidFill>
            <a:srgbClr val="89C6DB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246CD2D-B0DB-646E-577D-99006424C0F3}"/>
              </a:ext>
            </a:extLst>
          </p:cNvPr>
          <p:cNvSpPr/>
          <p:nvPr/>
        </p:nvSpPr>
        <p:spPr>
          <a:xfrm>
            <a:off x="9710087" y="4765102"/>
            <a:ext cx="524156" cy="694638"/>
          </a:xfrm>
          <a:prstGeom prst="roundRect">
            <a:avLst>
              <a:gd name="adj" fmla="val 4870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B753B533-AFF3-4503-595A-8F2D5C624223}"/>
              </a:ext>
            </a:extLst>
          </p:cNvPr>
          <p:cNvSpPr/>
          <p:nvPr/>
        </p:nvSpPr>
        <p:spPr>
          <a:xfrm>
            <a:off x="9710087" y="4765102"/>
            <a:ext cx="524156" cy="397448"/>
          </a:xfrm>
          <a:custGeom>
            <a:avLst/>
            <a:gdLst>
              <a:gd name="csX0" fmla="*/ 25526 w 524156"/>
              <a:gd name="csY0" fmla="*/ 0 h 397448"/>
              <a:gd name="csX1" fmla="*/ 498630 w 524156"/>
              <a:gd name="csY1" fmla="*/ 0 h 397448"/>
              <a:gd name="csX2" fmla="*/ 524156 w 524156"/>
              <a:gd name="csY2" fmla="*/ 25526 h 397448"/>
              <a:gd name="csX3" fmla="*/ 524156 w 524156"/>
              <a:gd name="csY3" fmla="*/ 397448 h 397448"/>
              <a:gd name="csX4" fmla="*/ 0 w 524156"/>
              <a:gd name="csY4" fmla="*/ 397448 h 397448"/>
              <a:gd name="csX5" fmla="*/ 0 w 524156"/>
              <a:gd name="csY5" fmla="*/ 25526 h 397448"/>
              <a:gd name="csX6" fmla="*/ 25526 w 524156"/>
              <a:gd name="csY6" fmla="*/ 0 h 3974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24156" h="397448">
                <a:moveTo>
                  <a:pt x="25526" y="0"/>
                </a:moveTo>
                <a:lnTo>
                  <a:pt x="498630" y="0"/>
                </a:lnTo>
                <a:cubicBezTo>
                  <a:pt x="512728" y="0"/>
                  <a:pt x="524156" y="11428"/>
                  <a:pt x="524156" y="25526"/>
                </a:cubicBezTo>
                <a:lnTo>
                  <a:pt x="524156" y="397448"/>
                </a:lnTo>
                <a:lnTo>
                  <a:pt x="0" y="397448"/>
                </a:lnTo>
                <a:lnTo>
                  <a:pt x="0" y="25526"/>
                </a:lnTo>
                <a:cubicBezTo>
                  <a:pt x="0" y="11428"/>
                  <a:pt x="11428" y="0"/>
                  <a:pt x="2552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23881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112819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58134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806126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446689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1072157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3717975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073085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5822476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096202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3907963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704959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10599892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7743083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1317880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3AE32E-3F43-8E0D-741F-F539ECCEF99A}"/>
              </a:ext>
            </a:extLst>
          </p:cNvPr>
          <p:cNvGrpSpPr/>
          <p:nvPr/>
        </p:nvGrpSpPr>
        <p:grpSpPr>
          <a:xfrm>
            <a:off x="8653280" y="4765102"/>
            <a:ext cx="524156" cy="694638"/>
            <a:chOff x="9329779" y="4765102"/>
            <a:chExt cx="524156" cy="69463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D67F852-9E54-4B97-CE44-74F286430A8E}"/>
                </a:ext>
              </a:extLst>
            </p:cNvPr>
            <p:cNvSpPr/>
            <p:nvPr/>
          </p:nvSpPr>
          <p:spPr>
            <a:xfrm>
              <a:off x="9329779" y="4765102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97EA8AF-0832-1791-49AD-700174C44929}"/>
                </a:ext>
              </a:extLst>
            </p:cNvPr>
            <p:cNvSpPr/>
            <p:nvPr/>
          </p:nvSpPr>
          <p:spPr>
            <a:xfrm>
              <a:off x="9439327" y="530465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F9998A2-4350-0567-94AB-A4DAE26CA117}"/>
                </a:ext>
              </a:extLst>
            </p:cNvPr>
            <p:cNvSpPr/>
            <p:nvPr/>
          </p:nvSpPr>
          <p:spPr>
            <a:xfrm>
              <a:off x="9529832" y="5364825"/>
              <a:ext cx="45292" cy="45292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8CB3627D-2B9F-26CE-A067-7B12739A0421}"/>
                </a:ext>
              </a:extLst>
            </p:cNvPr>
            <p:cNvSpPr/>
            <p:nvPr/>
          </p:nvSpPr>
          <p:spPr>
            <a:xfrm>
              <a:off x="9404424" y="4833939"/>
              <a:ext cx="290666" cy="216353"/>
            </a:xfrm>
            <a:prstGeom prst="roundRect">
              <a:avLst>
                <a:gd name="adj" fmla="val 18553"/>
              </a:avLst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EA3A6767-CFCE-7220-9756-B1FC91D95F10}"/>
                </a:ext>
              </a:extLst>
            </p:cNvPr>
            <p:cNvSpPr/>
            <p:nvPr/>
          </p:nvSpPr>
          <p:spPr>
            <a:xfrm>
              <a:off x="9438451" y="4866595"/>
              <a:ext cx="222613" cy="151040"/>
            </a:xfrm>
            <a:prstGeom prst="roundRect">
              <a:avLst>
                <a:gd name="adj" fmla="val 10360"/>
              </a:avLst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D58F3C4-B2FF-C23D-8841-AD0953C795E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42" y="4967290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2A5CA05-7F2E-DF1E-019E-47096719AB9E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42833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429F9FF-5CFA-C37E-FC22-AF5B7591AF1F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02011"/>
              <a:ext cx="94722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8ADC0F8A-801B-CE68-1A20-F4098A98919E}"/>
                </a:ext>
              </a:extLst>
            </p:cNvPr>
            <p:cNvSpPr/>
            <p:nvPr/>
          </p:nvSpPr>
          <p:spPr>
            <a:xfrm>
              <a:off x="9592425" y="5326724"/>
              <a:ext cx="45292" cy="4529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</p:grp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3A5A1E6-F085-1716-B297-990054AA630D}"/>
              </a:ext>
            </a:extLst>
          </p:cNvPr>
          <p:cNvSpPr/>
          <p:nvPr/>
        </p:nvSpPr>
        <p:spPr>
          <a:xfrm>
            <a:off x="8488453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Magic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053F3A6-98F1-BD01-3102-14031BFE90EE}"/>
              </a:ext>
            </a:extLst>
          </p:cNvPr>
          <p:cNvSpPr/>
          <p:nvPr/>
        </p:nvSpPr>
        <p:spPr>
          <a:xfrm>
            <a:off x="9846470" y="5287468"/>
            <a:ext cx="251390" cy="172272"/>
          </a:xfrm>
          <a:custGeom>
            <a:avLst/>
            <a:gdLst>
              <a:gd name="connsiteX0" fmla="*/ 36778 w 220663"/>
              <a:gd name="connsiteY0" fmla="*/ 0 h 151218"/>
              <a:gd name="connsiteX1" fmla="*/ 183885 w 220663"/>
              <a:gd name="connsiteY1" fmla="*/ 0 h 151218"/>
              <a:gd name="connsiteX2" fmla="*/ 220663 w 220663"/>
              <a:gd name="connsiteY2" fmla="*/ 36778 h 151218"/>
              <a:gd name="connsiteX3" fmla="*/ 220663 w 220663"/>
              <a:gd name="connsiteY3" fmla="*/ 151218 h 151218"/>
              <a:gd name="connsiteX4" fmla="*/ 0 w 220663"/>
              <a:gd name="connsiteY4" fmla="*/ 151218 h 151218"/>
              <a:gd name="connsiteX5" fmla="*/ 0 w 220663"/>
              <a:gd name="connsiteY5" fmla="*/ 36778 h 151218"/>
              <a:gd name="connsiteX6" fmla="*/ 36778 w 220663"/>
              <a:gd name="connsiteY6" fmla="*/ 0 h 1512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663" h="151218">
                <a:moveTo>
                  <a:pt x="36778" y="0"/>
                </a:moveTo>
                <a:lnTo>
                  <a:pt x="183885" y="0"/>
                </a:lnTo>
                <a:cubicBezTo>
                  <a:pt x="204197" y="0"/>
                  <a:pt x="220663" y="16466"/>
                  <a:pt x="220663" y="36778"/>
                </a:cubicBezTo>
                <a:lnTo>
                  <a:pt x="220663" y="151218"/>
                </a:lnTo>
                <a:lnTo>
                  <a:pt x="0" y="151218"/>
                </a:lnTo>
                <a:lnTo>
                  <a:pt x="0" y="36778"/>
                </a:lnTo>
                <a:cubicBezTo>
                  <a:pt x="0" y="16466"/>
                  <a:pt x="16466" y="0"/>
                  <a:pt x="36778" y="0"/>
                </a:cubicBezTo>
                <a:close/>
              </a:path>
            </a:pathLst>
          </a:cu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4C554F7-1884-E4A7-53E5-4FC23197B816}"/>
              </a:ext>
            </a:extLst>
          </p:cNvPr>
          <p:cNvSpPr/>
          <p:nvPr/>
        </p:nvSpPr>
        <p:spPr>
          <a:xfrm>
            <a:off x="9949519" y="5344414"/>
            <a:ext cx="45292" cy="45292"/>
          </a:xfrm>
          <a:prstGeom prst="ellipse">
            <a:avLst/>
          </a:pr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10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549AD0B-C973-3D45-32D8-7294FC1AF589}"/>
              </a:ext>
            </a:extLst>
          </p:cNvPr>
          <p:cNvSpPr/>
          <p:nvPr/>
        </p:nvSpPr>
        <p:spPr>
          <a:xfrm>
            <a:off x="9839666" y="4835981"/>
            <a:ext cx="264998" cy="195942"/>
          </a:xfrm>
          <a:prstGeom prst="roundRect">
            <a:avLst>
              <a:gd name="adj" fmla="val 18553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>
              <a:cs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130EB22-2BE7-8262-5928-C7725138D801}"/>
              </a:ext>
            </a:extLst>
          </p:cNvPr>
          <p:cNvSpPr/>
          <p:nvPr/>
        </p:nvSpPr>
        <p:spPr>
          <a:xfrm>
            <a:off x="9870688" y="4865556"/>
            <a:ext cx="202956" cy="136790"/>
          </a:xfrm>
          <a:prstGeom prst="roundRect">
            <a:avLst>
              <a:gd name="adj" fmla="val 10360"/>
            </a:avLst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E2171B-7F32-57A3-EB1E-26872631EF95}"/>
              </a:ext>
            </a:extLst>
          </p:cNvPr>
          <p:cNvCxnSpPr>
            <a:cxnSpLocks/>
          </p:cNvCxnSpPr>
          <p:nvPr/>
        </p:nvCxnSpPr>
        <p:spPr>
          <a:xfrm>
            <a:off x="9890948" y="5119689"/>
            <a:ext cx="162435" cy="0"/>
          </a:xfrm>
          <a:prstGeom prst="line">
            <a:avLst/>
          </a:prstGeom>
          <a:ln w="15875" cap="rnd">
            <a:solidFill>
              <a:srgbClr val="0070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0B67F337-C941-D2E4-1E23-5A7B3CA03CE4}"/>
              </a:ext>
            </a:extLst>
          </p:cNvPr>
          <p:cNvSpPr/>
          <p:nvPr/>
        </p:nvSpPr>
        <p:spPr>
          <a:xfrm>
            <a:off x="9545260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Open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E5F679F-75C1-BDD6-5D33-B0A5F44E4444}"/>
              </a:ext>
            </a:extLst>
          </p:cNvPr>
          <p:cNvCxnSpPr>
            <a:cxnSpLocks/>
          </p:cNvCxnSpPr>
          <p:nvPr/>
        </p:nvCxnSpPr>
        <p:spPr>
          <a:xfrm>
            <a:off x="9920416" y="4933951"/>
            <a:ext cx="98928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93" name="Group 2092">
            <a:extLst>
              <a:ext uri="{FF2B5EF4-FFF2-40B4-BE49-F238E27FC236}">
                <a16:creationId xmlns:a16="http://schemas.microsoft.com/office/drawing/2014/main" id="{51EE6FDF-5511-756B-C1C4-6D2CF5868EB3}"/>
              </a:ext>
            </a:extLst>
          </p:cNvPr>
          <p:cNvGrpSpPr/>
          <p:nvPr/>
        </p:nvGrpSpPr>
        <p:grpSpPr>
          <a:xfrm>
            <a:off x="638176" y="4439204"/>
            <a:ext cx="477610" cy="344392"/>
            <a:chOff x="638176" y="4439204"/>
            <a:chExt cx="477610" cy="344392"/>
          </a:xfrm>
        </p:grpSpPr>
        <p:sp>
          <p:nvSpPr>
            <p:cNvPr id="2078" name="Rectangle: Rounded Corners 2077">
              <a:extLst>
                <a:ext uri="{FF2B5EF4-FFF2-40B4-BE49-F238E27FC236}">
                  <a16:creationId xmlns:a16="http://schemas.microsoft.com/office/drawing/2014/main" id="{DC8D463C-2557-9BEC-AF47-ED9C19C74DE0}"/>
                </a:ext>
              </a:extLst>
            </p:cNvPr>
            <p:cNvSpPr/>
            <p:nvPr/>
          </p:nvSpPr>
          <p:spPr>
            <a:xfrm>
              <a:off x="638176" y="4439204"/>
              <a:ext cx="477610" cy="344392"/>
            </a:xfrm>
            <a:prstGeom prst="roundRect">
              <a:avLst>
                <a:gd name="adj" fmla="val 5151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 dirty="0"/>
            </a:p>
          </p:txBody>
        </p:sp>
        <p:sp>
          <p:nvSpPr>
            <p:cNvPr id="2084" name="Freeform: Shape 2083">
              <a:extLst>
                <a:ext uri="{FF2B5EF4-FFF2-40B4-BE49-F238E27FC236}">
                  <a16:creationId xmlns:a16="http://schemas.microsoft.com/office/drawing/2014/main" id="{D328A3BA-9D0A-9C8B-FE2B-90CB27E3EE8A}"/>
                </a:ext>
              </a:extLst>
            </p:cNvPr>
            <p:cNvSpPr/>
            <p:nvPr/>
          </p:nvSpPr>
          <p:spPr>
            <a:xfrm>
              <a:off x="638177" y="4439204"/>
              <a:ext cx="95523" cy="344392"/>
            </a:xfrm>
            <a:custGeom>
              <a:avLst/>
              <a:gdLst>
                <a:gd name="csX0" fmla="*/ 14573 w 78469"/>
                <a:gd name="csY0" fmla="*/ 0 h 282909"/>
                <a:gd name="csX1" fmla="*/ 78469 w 78469"/>
                <a:gd name="csY1" fmla="*/ 0 h 282909"/>
                <a:gd name="csX2" fmla="*/ 78469 w 78469"/>
                <a:gd name="csY2" fmla="*/ 282909 h 282909"/>
                <a:gd name="csX3" fmla="*/ 14573 w 78469"/>
                <a:gd name="csY3" fmla="*/ 282909 h 282909"/>
                <a:gd name="csX4" fmla="*/ 0 w 78469"/>
                <a:gd name="csY4" fmla="*/ 268336 h 282909"/>
                <a:gd name="csX5" fmla="*/ 0 w 78469"/>
                <a:gd name="csY5" fmla="*/ 14573 h 282909"/>
                <a:gd name="csX6" fmla="*/ 14573 w 78469"/>
                <a:gd name="csY6" fmla="*/ 0 h 2829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469" h="282909">
                  <a:moveTo>
                    <a:pt x="14573" y="0"/>
                  </a:moveTo>
                  <a:lnTo>
                    <a:pt x="78469" y="0"/>
                  </a:lnTo>
                  <a:lnTo>
                    <a:pt x="78469" y="282909"/>
                  </a:lnTo>
                  <a:lnTo>
                    <a:pt x="14573" y="282909"/>
                  </a:lnTo>
                  <a:cubicBezTo>
                    <a:pt x="6525" y="282909"/>
                    <a:pt x="0" y="276384"/>
                    <a:pt x="0" y="268336"/>
                  </a:cubicBezTo>
                  <a:lnTo>
                    <a:pt x="0" y="14573"/>
                  </a:lnTo>
                  <a:cubicBezTo>
                    <a:pt x="0" y="6525"/>
                    <a:pt x="6525" y="0"/>
                    <a:pt x="14573" y="0"/>
                  </a:cubicBezTo>
                  <a:close/>
                </a:path>
              </a:pathLst>
            </a:cu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083" name="Freeform: Shape 2082">
              <a:extLst>
                <a:ext uri="{FF2B5EF4-FFF2-40B4-BE49-F238E27FC236}">
                  <a16:creationId xmlns:a16="http://schemas.microsoft.com/office/drawing/2014/main" id="{8E953704-A445-BA43-1AF9-38E2DB5267B5}"/>
                </a:ext>
              </a:extLst>
            </p:cNvPr>
            <p:cNvSpPr/>
            <p:nvPr/>
          </p:nvSpPr>
          <p:spPr>
            <a:xfrm>
              <a:off x="1020262" y="4439204"/>
              <a:ext cx="95524" cy="344392"/>
            </a:xfrm>
            <a:custGeom>
              <a:avLst/>
              <a:gdLst>
                <a:gd name="csX0" fmla="*/ 0 w 78470"/>
                <a:gd name="csY0" fmla="*/ 0 h 282909"/>
                <a:gd name="csX1" fmla="*/ 63897 w 78470"/>
                <a:gd name="csY1" fmla="*/ 0 h 282909"/>
                <a:gd name="csX2" fmla="*/ 78470 w 78470"/>
                <a:gd name="csY2" fmla="*/ 14573 h 282909"/>
                <a:gd name="csX3" fmla="*/ 78470 w 78470"/>
                <a:gd name="csY3" fmla="*/ 268336 h 282909"/>
                <a:gd name="csX4" fmla="*/ 63897 w 78470"/>
                <a:gd name="csY4" fmla="*/ 282909 h 282909"/>
                <a:gd name="csX5" fmla="*/ 0 w 78470"/>
                <a:gd name="csY5" fmla="*/ 282909 h 2829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8470" h="282909">
                  <a:moveTo>
                    <a:pt x="0" y="0"/>
                  </a:moveTo>
                  <a:lnTo>
                    <a:pt x="63897" y="0"/>
                  </a:lnTo>
                  <a:cubicBezTo>
                    <a:pt x="71945" y="0"/>
                    <a:pt x="78470" y="6525"/>
                    <a:pt x="78470" y="14573"/>
                  </a:cubicBezTo>
                  <a:lnTo>
                    <a:pt x="78470" y="268336"/>
                  </a:lnTo>
                  <a:cubicBezTo>
                    <a:pt x="78470" y="276384"/>
                    <a:pt x="71945" y="282909"/>
                    <a:pt x="63897" y="282909"/>
                  </a:cubicBezTo>
                  <a:lnTo>
                    <a:pt x="0" y="282909"/>
                  </a:lnTo>
                  <a:close/>
                </a:path>
              </a:pathLst>
            </a:cu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grpSp>
          <p:nvGrpSpPr>
            <p:cNvPr id="2072" name="Group 2071">
              <a:extLst>
                <a:ext uri="{FF2B5EF4-FFF2-40B4-BE49-F238E27FC236}">
                  <a16:creationId xmlns:a16="http://schemas.microsoft.com/office/drawing/2014/main" id="{7C2B4933-CCC3-CEAE-BD50-4B71AFD4BB54}"/>
                </a:ext>
              </a:extLst>
            </p:cNvPr>
            <p:cNvGrpSpPr/>
            <p:nvPr/>
          </p:nvGrpSpPr>
          <p:grpSpPr>
            <a:xfrm>
              <a:off x="817358" y="4551779"/>
              <a:ext cx="119246" cy="119242"/>
              <a:chOff x="4865521" y="4613776"/>
              <a:chExt cx="3647812" cy="3647746"/>
            </a:xfrm>
          </p:grpSpPr>
          <p:sp>
            <p:nvSpPr>
              <p:cNvPr id="2073" name="Oval 2072">
                <a:extLst>
                  <a:ext uri="{FF2B5EF4-FFF2-40B4-BE49-F238E27FC236}">
                    <a16:creationId xmlns:a16="http://schemas.microsoft.com/office/drawing/2014/main" id="{3D91B82C-42A6-BD10-4F8F-0DBBCBF31F8E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73CD0137-57FA-302E-00F8-0DEED719C875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075" name="Oval 2074">
                <a:extLst>
                  <a:ext uri="{FF2B5EF4-FFF2-40B4-BE49-F238E27FC236}">
                    <a16:creationId xmlns:a16="http://schemas.microsoft.com/office/drawing/2014/main" id="{41A77505-3716-E3AC-7A20-49B4B7E429E0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091" name="Oval 2090">
              <a:extLst>
                <a:ext uri="{FF2B5EF4-FFF2-40B4-BE49-F238E27FC236}">
                  <a16:creationId xmlns:a16="http://schemas.microsoft.com/office/drawing/2014/main" id="{61A087CC-7011-9F8A-B0CA-D09CE75529A5}"/>
                </a:ext>
              </a:extLst>
            </p:cNvPr>
            <p:cNvSpPr/>
            <p:nvPr/>
          </p:nvSpPr>
          <p:spPr>
            <a:xfrm>
              <a:off x="1045378" y="4588754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092" name="Oval 2091">
              <a:extLst>
                <a:ext uri="{FF2B5EF4-FFF2-40B4-BE49-F238E27FC236}">
                  <a16:creationId xmlns:a16="http://schemas.microsoft.com/office/drawing/2014/main" id="{997A1F17-607E-8B6C-9D1C-07C4F3D97AA5}"/>
                </a:ext>
              </a:extLst>
            </p:cNvPr>
            <p:cNvSpPr/>
            <p:nvPr/>
          </p:nvSpPr>
          <p:spPr>
            <a:xfrm>
              <a:off x="663292" y="4588754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Freeform: Shape 457">
            <a:extLst>
              <a:ext uri="{FF2B5EF4-FFF2-40B4-BE49-F238E27FC236}">
                <a16:creationId xmlns:a16="http://schemas.microsoft.com/office/drawing/2014/main" id="{6CDE3A1A-E14B-017D-5A16-DAF5D1261529}"/>
              </a:ext>
            </a:extLst>
          </p:cNvPr>
          <p:cNvSpPr/>
          <p:nvPr/>
        </p:nvSpPr>
        <p:spPr>
          <a:xfrm>
            <a:off x="4060371" y="849086"/>
            <a:ext cx="295275" cy="39461"/>
          </a:xfrm>
          <a:custGeom>
            <a:avLst/>
            <a:gdLst>
              <a:gd name="csX0" fmla="*/ 0 w 295275"/>
              <a:gd name="csY0" fmla="*/ 1360 h 39461"/>
              <a:gd name="csX1" fmla="*/ 178254 w 295275"/>
              <a:gd name="csY1" fmla="*/ 39460 h 39461"/>
              <a:gd name="csX2" fmla="*/ 295275 w 295275"/>
              <a:gd name="csY2" fmla="*/ 0 h 39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5275" h="39461">
                <a:moveTo>
                  <a:pt x="0" y="1360"/>
                </a:moveTo>
                <a:cubicBezTo>
                  <a:pt x="64521" y="20523"/>
                  <a:pt x="129042" y="39687"/>
                  <a:pt x="178254" y="39460"/>
                </a:cubicBezTo>
                <a:cubicBezTo>
                  <a:pt x="227466" y="39233"/>
                  <a:pt x="261370" y="19616"/>
                  <a:pt x="295275" y="0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9" name="Freeform: Shape 458">
            <a:extLst>
              <a:ext uri="{FF2B5EF4-FFF2-40B4-BE49-F238E27FC236}">
                <a16:creationId xmlns:a16="http://schemas.microsoft.com/office/drawing/2014/main" id="{86C048EC-55A3-69AF-6153-1CFEDF915227}"/>
              </a:ext>
            </a:extLst>
          </p:cNvPr>
          <p:cNvSpPr/>
          <p:nvPr/>
        </p:nvSpPr>
        <p:spPr>
          <a:xfrm flipV="1">
            <a:off x="4005943" y="986518"/>
            <a:ext cx="295275" cy="39461"/>
          </a:xfrm>
          <a:custGeom>
            <a:avLst/>
            <a:gdLst>
              <a:gd name="csX0" fmla="*/ 0 w 295275"/>
              <a:gd name="csY0" fmla="*/ 1360 h 39461"/>
              <a:gd name="csX1" fmla="*/ 178254 w 295275"/>
              <a:gd name="csY1" fmla="*/ 39460 h 39461"/>
              <a:gd name="csX2" fmla="*/ 295275 w 295275"/>
              <a:gd name="csY2" fmla="*/ 0 h 39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5275" h="39461">
                <a:moveTo>
                  <a:pt x="0" y="1360"/>
                </a:moveTo>
                <a:cubicBezTo>
                  <a:pt x="64521" y="20523"/>
                  <a:pt x="129042" y="39687"/>
                  <a:pt x="178254" y="39460"/>
                </a:cubicBezTo>
                <a:cubicBezTo>
                  <a:pt x="227466" y="39233"/>
                  <a:pt x="261370" y="19616"/>
                  <a:pt x="295275" y="0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3751260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5671017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8544795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7050479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7325302" y="2173754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8620265" y="2111886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4366910" y="2096866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5771638" y="708831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2489887" y="656110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3051472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3141033" y="2359686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5533336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3820299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89C6DB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450303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3727223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3794108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5731817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6321108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3704411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3727224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5533336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5495623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6321108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385857" y="3737291"/>
            <a:ext cx="1373353" cy="681983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598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8130974" y="509711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7937779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5512589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5464526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3734052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5682448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5696794" y="2374369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5183529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784EE8F3-ABA1-94A2-FDE7-377F2EA5D010}"/>
              </a:ext>
            </a:extLst>
          </p:cNvPr>
          <p:cNvGrpSpPr/>
          <p:nvPr/>
        </p:nvGrpSpPr>
        <p:grpSpPr>
          <a:xfrm>
            <a:off x="2181707" y="5541026"/>
            <a:ext cx="1123134" cy="688372"/>
            <a:chOff x="2181707" y="4604854"/>
            <a:chExt cx="1123134" cy="688372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81532B1-818C-7A8A-29B4-78090D141BC5}"/>
                </a:ext>
              </a:extLst>
            </p:cNvPr>
            <p:cNvSpPr/>
            <p:nvPr/>
          </p:nvSpPr>
          <p:spPr>
            <a:xfrm>
              <a:off x="2181707" y="4604854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rgbClr val="B3896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4FE2A23C-3E37-DB36-6E21-AAA937022F26}"/>
                </a:ext>
              </a:extLst>
            </p:cNvPr>
            <p:cNvSpPr/>
            <p:nvPr/>
          </p:nvSpPr>
          <p:spPr>
            <a:xfrm>
              <a:off x="2226617" y="4643438"/>
              <a:ext cx="1033314" cy="611204"/>
            </a:xfrm>
            <a:prstGeom prst="roundRect">
              <a:avLst>
                <a:gd name="adj" fmla="val 102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DEA165D-4E97-B797-36AD-8D3FECDFD677}"/>
                </a:ext>
              </a:extLst>
            </p:cNvPr>
            <p:cNvGrpSpPr/>
            <p:nvPr/>
          </p:nvGrpSpPr>
          <p:grpSpPr>
            <a:xfrm>
              <a:off x="2584921" y="4888153"/>
              <a:ext cx="316707" cy="71438"/>
              <a:chOff x="2955131" y="5815012"/>
              <a:chExt cx="316707" cy="71438"/>
            </a:xfrm>
            <a:solidFill>
              <a:srgbClr val="404040"/>
            </a:solidFill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AD59CE75-DFD2-3999-9CE6-95F2165DD5E3}"/>
                  </a:ext>
                </a:extLst>
              </p:cNvPr>
              <p:cNvSpPr/>
              <p:nvPr/>
            </p:nvSpPr>
            <p:spPr>
              <a:xfrm>
                <a:off x="2955131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B1C8711A-C1DA-6624-6CBB-E667ABDD0C0A}"/>
                  </a:ext>
                </a:extLst>
              </p:cNvPr>
              <p:cNvSpPr/>
              <p:nvPr/>
            </p:nvSpPr>
            <p:spPr>
              <a:xfrm>
                <a:off x="3200400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833DB4FB-838F-30FD-0BE7-3C474D0AE3C6}"/>
                </a:ext>
              </a:extLst>
            </p:cNvPr>
            <p:cNvGrpSpPr/>
            <p:nvPr/>
          </p:nvGrpSpPr>
          <p:grpSpPr>
            <a:xfrm>
              <a:off x="2307795" y="4698945"/>
              <a:ext cx="870958" cy="59535"/>
              <a:chOff x="2691394" y="5680549"/>
              <a:chExt cx="870958" cy="59535"/>
            </a:xfrm>
          </p:grpSpPr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0439E524-51FA-C6AC-CF27-8C492E6ED386}"/>
                  </a:ext>
                </a:extLst>
              </p:cNvPr>
              <p:cNvSpPr/>
              <p:nvPr/>
            </p:nvSpPr>
            <p:spPr>
              <a:xfrm rot="205352">
                <a:off x="2691394" y="5680549"/>
                <a:ext cx="36000" cy="59535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3FB2D224-382C-EFC1-6918-DE3766992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47964" y="5724525"/>
                <a:ext cx="6429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F11667FC-FD8E-89DA-13C3-1C951675B4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4719" y="5707856"/>
                <a:ext cx="97633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1D04655E-20BE-01D2-D494-BBA2BEE58CE3}"/>
                </a:ext>
              </a:extLst>
            </p:cNvPr>
            <p:cNvGrpSpPr/>
            <p:nvPr/>
          </p:nvGrpSpPr>
          <p:grpSpPr>
            <a:xfrm>
              <a:off x="2333149" y="5112340"/>
              <a:ext cx="820250" cy="98518"/>
              <a:chOff x="946638" y="5859782"/>
              <a:chExt cx="1409520" cy="169294"/>
            </a:xfrm>
          </p:grpSpPr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52AA731C-4C88-D0FF-5606-687482F86B95}"/>
                  </a:ext>
                </a:extLst>
              </p:cNvPr>
              <p:cNvSpPr/>
              <p:nvPr/>
            </p:nvSpPr>
            <p:spPr>
              <a:xfrm>
                <a:off x="94663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3" name="Oval 262">
                <a:extLst>
                  <a:ext uri="{FF2B5EF4-FFF2-40B4-BE49-F238E27FC236}">
                    <a16:creationId xmlns:a16="http://schemas.microsoft.com/office/drawing/2014/main" id="{9A1BC0F4-2A25-725E-B1B9-5A22A57A0AC1}"/>
                  </a:ext>
                </a:extLst>
              </p:cNvPr>
              <p:cNvSpPr/>
              <p:nvPr/>
            </p:nvSpPr>
            <p:spPr>
              <a:xfrm>
                <a:off x="105068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A3BEBC72-56E4-F645-F74D-4486C5449B33}"/>
                  </a:ext>
                </a:extLst>
              </p:cNvPr>
              <p:cNvSpPr/>
              <p:nvPr/>
            </p:nvSpPr>
            <p:spPr>
              <a:xfrm>
                <a:off x="115472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5" name="Oval 264">
                <a:extLst>
                  <a:ext uri="{FF2B5EF4-FFF2-40B4-BE49-F238E27FC236}">
                    <a16:creationId xmlns:a16="http://schemas.microsoft.com/office/drawing/2014/main" id="{AFD4A21A-0F9D-D744-29FC-D2707DF62F12}"/>
                  </a:ext>
                </a:extLst>
              </p:cNvPr>
              <p:cNvSpPr/>
              <p:nvPr/>
            </p:nvSpPr>
            <p:spPr>
              <a:xfrm>
                <a:off x="125876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44A01DE3-604C-A1B3-3FF7-7289DB8EF983}"/>
                  </a:ext>
                </a:extLst>
              </p:cNvPr>
              <p:cNvSpPr/>
              <p:nvPr/>
            </p:nvSpPr>
            <p:spPr>
              <a:xfrm>
                <a:off x="100428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0BB23C79-927B-E268-0996-3DDEFC2E5791}"/>
                  </a:ext>
                </a:extLst>
              </p:cNvPr>
              <p:cNvSpPr/>
              <p:nvPr/>
            </p:nvSpPr>
            <p:spPr>
              <a:xfrm>
                <a:off x="110832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80259AB0-AEDA-A62D-261F-989ABFCC7645}"/>
                  </a:ext>
                </a:extLst>
              </p:cNvPr>
              <p:cNvSpPr/>
              <p:nvPr/>
            </p:nvSpPr>
            <p:spPr>
              <a:xfrm>
                <a:off x="121236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9" name="Oval 268">
                <a:extLst>
                  <a:ext uri="{FF2B5EF4-FFF2-40B4-BE49-F238E27FC236}">
                    <a16:creationId xmlns:a16="http://schemas.microsoft.com/office/drawing/2014/main" id="{BC3FAF6A-A977-9E8F-4026-46761DB1A37A}"/>
                  </a:ext>
                </a:extLst>
              </p:cNvPr>
              <p:cNvSpPr/>
              <p:nvPr/>
            </p:nvSpPr>
            <p:spPr>
              <a:xfrm>
                <a:off x="136280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E5BE6EFD-F35D-3BE9-17E9-07DB6ED70C4C}"/>
                  </a:ext>
                </a:extLst>
              </p:cNvPr>
              <p:cNvSpPr/>
              <p:nvPr/>
            </p:nvSpPr>
            <p:spPr>
              <a:xfrm>
                <a:off x="146684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DA700C57-6672-CBF5-99DC-DDE6C4691A28}"/>
                  </a:ext>
                </a:extLst>
              </p:cNvPr>
              <p:cNvSpPr/>
              <p:nvPr/>
            </p:nvSpPr>
            <p:spPr>
              <a:xfrm>
                <a:off x="131641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5" name="Oval 274">
                <a:extLst>
                  <a:ext uri="{FF2B5EF4-FFF2-40B4-BE49-F238E27FC236}">
                    <a16:creationId xmlns:a16="http://schemas.microsoft.com/office/drawing/2014/main" id="{1EFEBA6F-6EC2-9195-232C-503B3214587E}"/>
                  </a:ext>
                </a:extLst>
              </p:cNvPr>
              <p:cNvSpPr/>
              <p:nvPr/>
            </p:nvSpPr>
            <p:spPr>
              <a:xfrm>
                <a:off x="142045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0D7EBFBC-4CBC-17C4-120D-8F4FB953EADC}"/>
                  </a:ext>
                </a:extLst>
              </p:cNvPr>
              <p:cNvSpPr/>
              <p:nvPr/>
            </p:nvSpPr>
            <p:spPr>
              <a:xfrm>
                <a:off x="157089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29FFA645-363B-FE4D-5A43-BB34524CA872}"/>
                  </a:ext>
                </a:extLst>
              </p:cNvPr>
              <p:cNvSpPr/>
              <p:nvPr/>
            </p:nvSpPr>
            <p:spPr>
              <a:xfrm>
                <a:off x="167493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4" name="Oval 303">
                <a:extLst>
                  <a:ext uri="{FF2B5EF4-FFF2-40B4-BE49-F238E27FC236}">
                    <a16:creationId xmlns:a16="http://schemas.microsoft.com/office/drawing/2014/main" id="{EA675674-2F7C-920F-24A5-F9F992091D33}"/>
                  </a:ext>
                </a:extLst>
              </p:cNvPr>
              <p:cNvSpPr/>
              <p:nvPr/>
            </p:nvSpPr>
            <p:spPr>
              <a:xfrm>
                <a:off x="152449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5" name="Oval 304">
                <a:extLst>
                  <a:ext uri="{FF2B5EF4-FFF2-40B4-BE49-F238E27FC236}">
                    <a16:creationId xmlns:a16="http://schemas.microsoft.com/office/drawing/2014/main" id="{D7AC1F11-DD11-2084-367F-65ADC260CAF1}"/>
                  </a:ext>
                </a:extLst>
              </p:cNvPr>
              <p:cNvSpPr/>
              <p:nvPr/>
            </p:nvSpPr>
            <p:spPr>
              <a:xfrm>
                <a:off x="162853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91C2AB68-B83A-BD06-12CF-B9EBFA9D8B78}"/>
                  </a:ext>
                </a:extLst>
              </p:cNvPr>
              <p:cNvSpPr/>
              <p:nvPr/>
            </p:nvSpPr>
            <p:spPr>
              <a:xfrm>
                <a:off x="177897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F82E83F5-B125-741C-E95D-656A5FE1B4ED}"/>
                  </a:ext>
                </a:extLst>
              </p:cNvPr>
              <p:cNvSpPr/>
              <p:nvPr/>
            </p:nvSpPr>
            <p:spPr>
              <a:xfrm>
                <a:off x="188301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8" name="Oval 307">
                <a:extLst>
                  <a:ext uri="{FF2B5EF4-FFF2-40B4-BE49-F238E27FC236}">
                    <a16:creationId xmlns:a16="http://schemas.microsoft.com/office/drawing/2014/main" id="{1D0C66BD-C673-0FCA-E249-5966F1F37A0B}"/>
                  </a:ext>
                </a:extLst>
              </p:cNvPr>
              <p:cNvSpPr/>
              <p:nvPr/>
            </p:nvSpPr>
            <p:spPr>
              <a:xfrm>
                <a:off x="173257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9" name="Oval 308">
                <a:extLst>
                  <a:ext uri="{FF2B5EF4-FFF2-40B4-BE49-F238E27FC236}">
                    <a16:creationId xmlns:a16="http://schemas.microsoft.com/office/drawing/2014/main" id="{5139D392-5B6E-60C0-9906-F5756DAC4812}"/>
                  </a:ext>
                </a:extLst>
              </p:cNvPr>
              <p:cNvSpPr/>
              <p:nvPr/>
            </p:nvSpPr>
            <p:spPr>
              <a:xfrm>
                <a:off x="183662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0" name="Oval 309">
                <a:extLst>
                  <a:ext uri="{FF2B5EF4-FFF2-40B4-BE49-F238E27FC236}">
                    <a16:creationId xmlns:a16="http://schemas.microsoft.com/office/drawing/2014/main" id="{D268197B-5F67-AA98-BDF4-C6D86A75A5BA}"/>
                  </a:ext>
                </a:extLst>
              </p:cNvPr>
              <p:cNvSpPr/>
              <p:nvPr/>
            </p:nvSpPr>
            <p:spPr>
              <a:xfrm>
                <a:off x="198705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" name="Oval 310">
                <a:extLst>
                  <a:ext uri="{FF2B5EF4-FFF2-40B4-BE49-F238E27FC236}">
                    <a16:creationId xmlns:a16="http://schemas.microsoft.com/office/drawing/2014/main" id="{FD5C7826-4ABF-AB49-F8B6-778C7D5FA191}"/>
                  </a:ext>
                </a:extLst>
              </p:cNvPr>
              <p:cNvSpPr/>
              <p:nvPr/>
            </p:nvSpPr>
            <p:spPr>
              <a:xfrm>
                <a:off x="209110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" name="Oval 311">
                <a:extLst>
                  <a:ext uri="{FF2B5EF4-FFF2-40B4-BE49-F238E27FC236}">
                    <a16:creationId xmlns:a16="http://schemas.microsoft.com/office/drawing/2014/main" id="{1768711B-345C-80A1-1D9E-1DFD07768E8D}"/>
                  </a:ext>
                </a:extLst>
              </p:cNvPr>
              <p:cNvSpPr/>
              <p:nvPr/>
            </p:nvSpPr>
            <p:spPr>
              <a:xfrm>
                <a:off x="194066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B1ECD5B4-0FCF-B526-1A6E-82E900A2CEF6}"/>
                  </a:ext>
                </a:extLst>
              </p:cNvPr>
              <p:cNvSpPr/>
              <p:nvPr/>
            </p:nvSpPr>
            <p:spPr>
              <a:xfrm>
                <a:off x="204470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D6B43217-7119-7BEB-8D88-70F26F9547DE}"/>
                  </a:ext>
                </a:extLst>
              </p:cNvPr>
              <p:cNvSpPr/>
              <p:nvPr/>
            </p:nvSpPr>
            <p:spPr>
              <a:xfrm>
                <a:off x="219514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D0CACEBA-E3DF-9619-A7A1-3CE126A8412B}"/>
                  </a:ext>
                </a:extLst>
              </p:cNvPr>
              <p:cNvSpPr/>
              <p:nvPr/>
            </p:nvSpPr>
            <p:spPr>
              <a:xfrm>
                <a:off x="229918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6" name="Oval 315">
                <a:extLst>
                  <a:ext uri="{FF2B5EF4-FFF2-40B4-BE49-F238E27FC236}">
                    <a16:creationId xmlns:a16="http://schemas.microsoft.com/office/drawing/2014/main" id="{ABA21BE3-F2BE-8C92-E9FE-22EFC39D3B0D}"/>
                  </a:ext>
                </a:extLst>
              </p:cNvPr>
              <p:cNvSpPr/>
              <p:nvPr/>
            </p:nvSpPr>
            <p:spPr>
              <a:xfrm>
                <a:off x="214874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7" name="Oval 316">
                <a:extLst>
                  <a:ext uri="{FF2B5EF4-FFF2-40B4-BE49-F238E27FC236}">
                    <a16:creationId xmlns:a16="http://schemas.microsoft.com/office/drawing/2014/main" id="{C57A3E3A-A34D-0EFC-1382-19113216FB17}"/>
                  </a:ext>
                </a:extLst>
              </p:cNvPr>
              <p:cNvSpPr/>
              <p:nvPr/>
            </p:nvSpPr>
            <p:spPr>
              <a:xfrm>
                <a:off x="225278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8" name="Oval 317">
                <a:extLst>
                  <a:ext uri="{FF2B5EF4-FFF2-40B4-BE49-F238E27FC236}">
                    <a16:creationId xmlns:a16="http://schemas.microsoft.com/office/drawing/2014/main" id="{7FE8E3A1-3A4E-10B5-3961-62220C41FC0E}"/>
                  </a:ext>
                </a:extLst>
              </p:cNvPr>
              <p:cNvSpPr/>
              <p:nvPr/>
            </p:nvSpPr>
            <p:spPr>
              <a:xfrm>
                <a:off x="101380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05" name="Oval 2304">
                <a:extLst>
                  <a:ext uri="{FF2B5EF4-FFF2-40B4-BE49-F238E27FC236}">
                    <a16:creationId xmlns:a16="http://schemas.microsoft.com/office/drawing/2014/main" id="{E75A6F15-15EA-7009-2C7B-8B53D70F2587}"/>
                  </a:ext>
                </a:extLst>
              </p:cNvPr>
              <p:cNvSpPr/>
              <p:nvPr/>
            </p:nvSpPr>
            <p:spPr>
              <a:xfrm>
                <a:off x="111785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0" name="Oval 2309">
                <a:extLst>
                  <a:ext uri="{FF2B5EF4-FFF2-40B4-BE49-F238E27FC236}">
                    <a16:creationId xmlns:a16="http://schemas.microsoft.com/office/drawing/2014/main" id="{35ABB8BF-73C5-0FAB-F3BB-BE5196070C0E}"/>
                  </a:ext>
                </a:extLst>
              </p:cNvPr>
              <p:cNvSpPr/>
              <p:nvPr/>
            </p:nvSpPr>
            <p:spPr>
              <a:xfrm>
                <a:off x="122189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1" name="Oval 2310">
                <a:extLst>
                  <a:ext uri="{FF2B5EF4-FFF2-40B4-BE49-F238E27FC236}">
                    <a16:creationId xmlns:a16="http://schemas.microsoft.com/office/drawing/2014/main" id="{3220F158-6580-F032-B527-CFB73D0E32AC}"/>
                  </a:ext>
                </a:extLst>
              </p:cNvPr>
              <p:cNvSpPr/>
              <p:nvPr/>
            </p:nvSpPr>
            <p:spPr>
              <a:xfrm>
                <a:off x="132593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2" name="Oval 2311">
                <a:extLst>
                  <a:ext uri="{FF2B5EF4-FFF2-40B4-BE49-F238E27FC236}">
                    <a16:creationId xmlns:a16="http://schemas.microsoft.com/office/drawing/2014/main" id="{D8F94F2E-8D85-1EE7-97E9-864880C4734A}"/>
                  </a:ext>
                </a:extLst>
              </p:cNvPr>
              <p:cNvSpPr/>
              <p:nvPr/>
            </p:nvSpPr>
            <p:spPr>
              <a:xfrm>
                <a:off x="142997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9" name="Oval 2318">
                <a:extLst>
                  <a:ext uri="{FF2B5EF4-FFF2-40B4-BE49-F238E27FC236}">
                    <a16:creationId xmlns:a16="http://schemas.microsoft.com/office/drawing/2014/main" id="{BFA5225D-8E82-9C79-91CF-B16D8F4DF41B}"/>
                  </a:ext>
                </a:extLst>
              </p:cNvPr>
              <p:cNvSpPr/>
              <p:nvPr/>
            </p:nvSpPr>
            <p:spPr>
              <a:xfrm>
                <a:off x="153401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0" name="Oval 2319">
                <a:extLst>
                  <a:ext uri="{FF2B5EF4-FFF2-40B4-BE49-F238E27FC236}">
                    <a16:creationId xmlns:a16="http://schemas.microsoft.com/office/drawing/2014/main" id="{7DAACCA4-308B-9F44-B30F-C2F49FF2024E}"/>
                  </a:ext>
                </a:extLst>
              </p:cNvPr>
              <p:cNvSpPr/>
              <p:nvPr/>
            </p:nvSpPr>
            <p:spPr>
              <a:xfrm>
                <a:off x="163806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1" name="Oval 2320">
                <a:extLst>
                  <a:ext uri="{FF2B5EF4-FFF2-40B4-BE49-F238E27FC236}">
                    <a16:creationId xmlns:a16="http://schemas.microsoft.com/office/drawing/2014/main" id="{B5873D77-4367-EC8B-1AB2-CE7E21A6110D}"/>
                  </a:ext>
                </a:extLst>
              </p:cNvPr>
              <p:cNvSpPr/>
              <p:nvPr/>
            </p:nvSpPr>
            <p:spPr>
              <a:xfrm>
                <a:off x="174210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2" name="Oval 2321">
                <a:extLst>
                  <a:ext uri="{FF2B5EF4-FFF2-40B4-BE49-F238E27FC236}">
                    <a16:creationId xmlns:a16="http://schemas.microsoft.com/office/drawing/2014/main" id="{7FB4E203-9C9F-3C41-CB99-5142AEF366A8}"/>
                  </a:ext>
                </a:extLst>
              </p:cNvPr>
              <p:cNvSpPr/>
              <p:nvPr/>
            </p:nvSpPr>
            <p:spPr>
              <a:xfrm>
                <a:off x="184614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3" name="Oval 2322">
                <a:extLst>
                  <a:ext uri="{FF2B5EF4-FFF2-40B4-BE49-F238E27FC236}">
                    <a16:creationId xmlns:a16="http://schemas.microsoft.com/office/drawing/2014/main" id="{71425DAC-9F97-DAD0-4241-0AFB38E2EFDE}"/>
                  </a:ext>
                </a:extLst>
              </p:cNvPr>
              <p:cNvSpPr/>
              <p:nvPr/>
            </p:nvSpPr>
            <p:spPr>
              <a:xfrm>
                <a:off x="195018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4" name="Oval 2323">
                <a:extLst>
                  <a:ext uri="{FF2B5EF4-FFF2-40B4-BE49-F238E27FC236}">
                    <a16:creationId xmlns:a16="http://schemas.microsoft.com/office/drawing/2014/main" id="{791CFE5B-43C4-7CBD-CE5F-9472882EB894}"/>
                  </a:ext>
                </a:extLst>
              </p:cNvPr>
              <p:cNvSpPr/>
              <p:nvPr/>
            </p:nvSpPr>
            <p:spPr>
              <a:xfrm>
                <a:off x="205422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5" name="Oval 2324">
                <a:extLst>
                  <a:ext uri="{FF2B5EF4-FFF2-40B4-BE49-F238E27FC236}">
                    <a16:creationId xmlns:a16="http://schemas.microsoft.com/office/drawing/2014/main" id="{9EC8593B-FD66-00E4-4018-2DDB3DA1CA58}"/>
                  </a:ext>
                </a:extLst>
              </p:cNvPr>
              <p:cNvSpPr/>
              <p:nvPr/>
            </p:nvSpPr>
            <p:spPr>
              <a:xfrm>
                <a:off x="215827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6" name="Oval 2325">
                <a:extLst>
                  <a:ext uri="{FF2B5EF4-FFF2-40B4-BE49-F238E27FC236}">
                    <a16:creationId xmlns:a16="http://schemas.microsoft.com/office/drawing/2014/main" id="{73577C94-568B-C3E0-1BAF-946D8F486209}"/>
                  </a:ext>
                </a:extLst>
              </p:cNvPr>
              <p:cNvSpPr/>
              <p:nvPr/>
            </p:nvSpPr>
            <p:spPr>
              <a:xfrm>
                <a:off x="226231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2327" name="Group 2326">
              <a:extLst>
                <a:ext uri="{FF2B5EF4-FFF2-40B4-BE49-F238E27FC236}">
                  <a16:creationId xmlns:a16="http://schemas.microsoft.com/office/drawing/2014/main" id="{14246191-37F6-CBAC-ACD5-95D67C6F23C5}"/>
                </a:ext>
              </a:extLst>
            </p:cNvPr>
            <p:cNvGrpSpPr/>
            <p:nvPr/>
          </p:nvGrpSpPr>
          <p:grpSpPr>
            <a:xfrm>
              <a:off x="2590881" y="4864365"/>
              <a:ext cx="304787" cy="0"/>
              <a:chOff x="2981243" y="5779294"/>
              <a:chExt cx="304787" cy="0"/>
            </a:xfrm>
          </p:grpSpPr>
          <p:cxnSp>
            <p:nvCxnSpPr>
              <p:cNvPr id="2328" name="Straight Connector 2327">
                <a:extLst>
                  <a:ext uri="{FF2B5EF4-FFF2-40B4-BE49-F238E27FC236}">
                    <a16:creationId xmlns:a16="http://schemas.microsoft.com/office/drawing/2014/main" id="{97BE24E8-A8BC-58F5-CF5E-A045CB917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6511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29" name="Straight Connector 2328">
                <a:extLst>
                  <a:ext uri="{FF2B5EF4-FFF2-40B4-BE49-F238E27FC236}">
                    <a16:creationId xmlns:a16="http://schemas.microsoft.com/office/drawing/2014/main" id="{01F04E76-6ABB-3B19-7731-BDA8B6D0A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1243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85" name="Rectangle 284">
            <a:extLst>
              <a:ext uri="{FF2B5EF4-FFF2-40B4-BE49-F238E27FC236}">
                <a16:creationId xmlns:a16="http://schemas.microsoft.com/office/drawing/2014/main" id="{23B994F8-7AF3-D315-F015-0BD1810B2488}"/>
              </a:ext>
            </a:extLst>
          </p:cNvPr>
          <p:cNvSpPr/>
          <p:nvPr/>
        </p:nvSpPr>
        <p:spPr>
          <a:xfrm>
            <a:off x="6737634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254DE09C-842C-94E5-51A9-94788EB6F155}"/>
              </a:ext>
            </a:extLst>
          </p:cNvPr>
          <p:cNvGrpSpPr/>
          <p:nvPr/>
        </p:nvGrpSpPr>
        <p:grpSpPr>
          <a:xfrm>
            <a:off x="6809410" y="736395"/>
            <a:ext cx="957198" cy="615765"/>
            <a:chOff x="3700152" y="1122989"/>
            <a:chExt cx="1296631" cy="834121"/>
          </a:xfrm>
        </p:grpSpPr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D471FBA4-A853-D430-8191-5939ABFEFB30}"/>
                </a:ext>
              </a:extLst>
            </p:cNvPr>
            <p:cNvSpPr/>
            <p:nvPr/>
          </p:nvSpPr>
          <p:spPr>
            <a:xfrm>
              <a:off x="3700152" y="1122990"/>
              <a:ext cx="1296631" cy="834120"/>
            </a:xfrm>
            <a:custGeom>
              <a:avLst/>
              <a:gdLst>
                <a:gd name="connsiteX0" fmla="*/ 54390 w 1296631"/>
                <a:gd name="connsiteY0" fmla="*/ 0 h 834120"/>
                <a:gd name="connsiteX1" fmla="*/ 1242241 w 1296631"/>
                <a:gd name="connsiteY1" fmla="*/ 0 h 834120"/>
                <a:gd name="connsiteX2" fmla="*/ 1296631 w 1296631"/>
                <a:gd name="connsiteY2" fmla="*/ 41923 h 834120"/>
                <a:gd name="connsiteX3" fmla="*/ 1296631 w 1296631"/>
                <a:gd name="connsiteY3" fmla="*/ 792197 h 834120"/>
                <a:gd name="connsiteX4" fmla="*/ 1242241 w 1296631"/>
                <a:gd name="connsiteY4" fmla="*/ 834120 h 834120"/>
                <a:gd name="connsiteX5" fmla="*/ 54390 w 1296631"/>
                <a:gd name="connsiteY5" fmla="*/ 834120 h 834120"/>
                <a:gd name="connsiteX6" fmla="*/ 0 w 1296631"/>
                <a:gd name="connsiteY6" fmla="*/ 792197 h 834120"/>
                <a:gd name="connsiteX7" fmla="*/ 0 w 1296631"/>
                <a:gd name="connsiteY7" fmla="*/ 41923 h 834120"/>
                <a:gd name="connsiteX8" fmla="*/ 54390 w 1296631"/>
                <a:gd name="connsiteY8" fmla="*/ 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6631" h="834120">
                  <a:moveTo>
                    <a:pt x="54390" y="0"/>
                  </a:moveTo>
                  <a:lnTo>
                    <a:pt x="1242241" y="0"/>
                  </a:lnTo>
                  <a:cubicBezTo>
                    <a:pt x="1272280" y="0"/>
                    <a:pt x="1296631" y="18770"/>
                    <a:pt x="1296631" y="41923"/>
                  </a:cubicBezTo>
                  <a:lnTo>
                    <a:pt x="1296631" y="792197"/>
                  </a:lnTo>
                  <a:cubicBezTo>
                    <a:pt x="1296631" y="815351"/>
                    <a:pt x="1272280" y="834120"/>
                    <a:pt x="1242241" y="834120"/>
                  </a:cubicBezTo>
                  <a:lnTo>
                    <a:pt x="54390" y="834120"/>
                  </a:lnTo>
                  <a:cubicBezTo>
                    <a:pt x="24351" y="834120"/>
                    <a:pt x="0" y="815351"/>
                    <a:pt x="0" y="792197"/>
                  </a:cubicBezTo>
                  <a:lnTo>
                    <a:pt x="0" y="41923"/>
                  </a:lnTo>
                  <a:cubicBezTo>
                    <a:pt x="0" y="18770"/>
                    <a:pt x="24351" y="0"/>
                    <a:pt x="54390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0935E868-F862-7B4E-EB58-D1B5D1BEB493}"/>
                </a:ext>
              </a:extLst>
            </p:cNvPr>
            <p:cNvGrpSpPr/>
            <p:nvPr/>
          </p:nvGrpSpPr>
          <p:grpSpPr>
            <a:xfrm>
              <a:off x="4009739" y="1319213"/>
              <a:ext cx="677456" cy="290264"/>
              <a:chOff x="7046608" y="199489"/>
              <a:chExt cx="812435" cy="525724"/>
            </a:xfrm>
          </p:grpSpPr>
          <p:sp>
            <p:nvSpPr>
              <p:cNvPr id="298" name="Rectangle: Rounded Corners 297">
                <a:extLst>
                  <a:ext uri="{FF2B5EF4-FFF2-40B4-BE49-F238E27FC236}">
                    <a16:creationId xmlns:a16="http://schemas.microsoft.com/office/drawing/2014/main" id="{D53304E3-2C14-E5DF-F82A-04CB6A06829D}"/>
                  </a:ext>
                </a:extLst>
              </p:cNvPr>
              <p:cNvSpPr/>
              <p:nvPr/>
            </p:nvSpPr>
            <p:spPr>
              <a:xfrm>
                <a:off x="7046608" y="199489"/>
                <a:ext cx="812435" cy="525724"/>
              </a:xfrm>
              <a:prstGeom prst="roundRect">
                <a:avLst>
                  <a:gd name="adj" fmla="val 7272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0CB450B2-B97B-F86B-61A8-EB4C1BBB9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328824"/>
                <a:ext cx="519119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Straight Connector 299">
                <a:extLst>
                  <a:ext uri="{FF2B5EF4-FFF2-40B4-BE49-F238E27FC236}">
                    <a16:creationId xmlns:a16="http://schemas.microsoft.com/office/drawing/2014/main" id="{4AA37081-EF66-83D4-94CF-3D2C55923F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471019"/>
                <a:ext cx="174060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320E03E1-D8F9-9C16-F31B-0BE7AE051D3F}"/>
                </a:ext>
              </a:extLst>
            </p:cNvPr>
            <p:cNvSpPr/>
            <p:nvPr/>
          </p:nvSpPr>
          <p:spPr>
            <a:xfrm>
              <a:off x="3700152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233E92A-8B0F-0BA3-B140-579769D80569}"/>
                </a:ext>
              </a:extLst>
            </p:cNvPr>
            <p:cNvSpPr/>
            <p:nvPr/>
          </p:nvSpPr>
          <p:spPr>
            <a:xfrm flipH="1">
              <a:off x="4898076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9010E202-5032-80BA-D045-1F54E3577EBE}"/>
                </a:ext>
              </a:extLst>
            </p:cNvPr>
            <p:cNvCxnSpPr>
              <a:cxnSpLocks/>
            </p:cNvCxnSpPr>
            <p:nvPr/>
          </p:nvCxnSpPr>
          <p:spPr>
            <a:xfrm>
              <a:off x="3738563" y="1788694"/>
              <a:ext cx="1220787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17F60728-0E66-08CC-8D03-B6FC620AF59C}"/>
                </a:ext>
              </a:extLst>
            </p:cNvPr>
            <p:cNvSpPr/>
            <p:nvPr/>
          </p:nvSpPr>
          <p:spPr>
            <a:xfrm>
              <a:off x="4312260" y="1186511"/>
              <a:ext cx="72416" cy="7241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738E2F62-5BA6-E542-22B6-2FAD7D24CE83}"/>
              </a:ext>
            </a:extLst>
          </p:cNvPr>
          <p:cNvGrpSpPr/>
          <p:nvPr/>
        </p:nvGrpSpPr>
        <p:grpSpPr>
          <a:xfrm>
            <a:off x="7490099" y="708831"/>
            <a:ext cx="97181" cy="105579"/>
            <a:chOff x="4495800" y="874713"/>
            <a:chExt cx="128588" cy="139700"/>
          </a:xfrm>
        </p:grpSpPr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9C44323C-3CA0-F71A-263B-5CA7CE6C8ACA}"/>
                </a:ext>
              </a:extLst>
            </p:cNvPr>
            <p:cNvSpPr/>
            <p:nvPr/>
          </p:nvSpPr>
          <p:spPr>
            <a:xfrm>
              <a:off x="4495800" y="941388"/>
              <a:ext cx="128588" cy="73025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91" name="Rectangle: Rounded Corners 290">
              <a:extLst>
                <a:ext uri="{FF2B5EF4-FFF2-40B4-BE49-F238E27FC236}">
                  <a16:creationId xmlns:a16="http://schemas.microsoft.com/office/drawing/2014/main" id="{D9194425-7B73-B3F9-444C-7A975D858E6B}"/>
                </a:ext>
              </a:extLst>
            </p:cNvPr>
            <p:cNvSpPr/>
            <p:nvPr/>
          </p:nvSpPr>
          <p:spPr>
            <a:xfrm>
              <a:off x="4537235" y="874713"/>
              <a:ext cx="45719" cy="104775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89" name="Diamond 288">
            <a:extLst>
              <a:ext uri="{FF2B5EF4-FFF2-40B4-BE49-F238E27FC236}">
                <a16:creationId xmlns:a16="http://schemas.microsoft.com/office/drawing/2014/main" id="{DD1DD0E5-AA75-D7F0-16B2-D53F2C496A67}"/>
              </a:ext>
            </a:extLst>
          </p:cNvPr>
          <p:cNvSpPr/>
          <p:nvPr/>
        </p:nvSpPr>
        <p:spPr>
          <a:xfrm>
            <a:off x="7563676" y="1110783"/>
            <a:ext cx="76834" cy="76834"/>
          </a:xfrm>
          <a:prstGeom prst="diamond">
            <a:avLst/>
          </a:prstGeom>
          <a:solidFill>
            <a:srgbClr val="1A80C3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  <p:sp>
        <p:nvSpPr>
          <p:cNvPr id="2308" name="Rectangle: Rounded Corners 2307">
            <a:extLst>
              <a:ext uri="{FF2B5EF4-FFF2-40B4-BE49-F238E27FC236}">
                <a16:creationId xmlns:a16="http://schemas.microsoft.com/office/drawing/2014/main" id="{A7F353E1-C08A-E11E-15C9-775B29857236}"/>
              </a:ext>
            </a:extLst>
          </p:cNvPr>
          <p:cNvSpPr/>
          <p:nvPr/>
        </p:nvSpPr>
        <p:spPr>
          <a:xfrm>
            <a:off x="4198943" y="656110"/>
            <a:ext cx="869983" cy="696049"/>
          </a:xfrm>
          <a:prstGeom prst="roundRect">
            <a:avLst>
              <a:gd name="adj" fmla="val 4926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sp>
        <p:nvSpPr>
          <p:cNvPr id="2331" name="Rectangle: Rounded Corners 2330">
            <a:extLst>
              <a:ext uri="{FF2B5EF4-FFF2-40B4-BE49-F238E27FC236}">
                <a16:creationId xmlns:a16="http://schemas.microsoft.com/office/drawing/2014/main" id="{1453592F-CA92-2E9B-7F6B-19A591913178}"/>
              </a:ext>
            </a:extLst>
          </p:cNvPr>
          <p:cNvSpPr/>
          <p:nvPr/>
        </p:nvSpPr>
        <p:spPr>
          <a:xfrm>
            <a:off x="4467835" y="835725"/>
            <a:ext cx="332198" cy="232436"/>
          </a:xfrm>
          <a:prstGeom prst="roundRect">
            <a:avLst>
              <a:gd name="adj" fmla="val 4926"/>
            </a:avLst>
          </a:prstGeom>
          <a:solidFill>
            <a:schemeClr val="bg1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cxnSp>
        <p:nvCxnSpPr>
          <p:cNvPr id="2350" name="Straight Connector 2349">
            <a:extLst>
              <a:ext uri="{FF2B5EF4-FFF2-40B4-BE49-F238E27FC236}">
                <a16:creationId xmlns:a16="http://schemas.microsoft.com/office/drawing/2014/main" id="{8E9F24FF-BF83-AB56-6192-A2C1906A7929}"/>
              </a:ext>
            </a:extLst>
          </p:cNvPr>
          <p:cNvCxnSpPr/>
          <p:nvPr/>
        </p:nvCxnSpPr>
        <p:spPr>
          <a:xfrm>
            <a:off x="4283529" y="1285875"/>
            <a:ext cx="172811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7" name="Freeform: Shape 456">
            <a:extLst>
              <a:ext uri="{FF2B5EF4-FFF2-40B4-BE49-F238E27FC236}">
                <a16:creationId xmlns:a16="http://schemas.microsoft.com/office/drawing/2014/main" id="{4A4646B9-301C-56C2-4159-D97EEA6A85B4}"/>
              </a:ext>
            </a:extLst>
          </p:cNvPr>
          <p:cNvSpPr/>
          <p:nvPr/>
        </p:nvSpPr>
        <p:spPr>
          <a:xfrm>
            <a:off x="3997265" y="573465"/>
            <a:ext cx="106922" cy="174928"/>
          </a:xfrm>
          <a:custGeom>
            <a:avLst/>
            <a:gdLst>
              <a:gd name="csX0" fmla="*/ 0 w 106922"/>
              <a:gd name="csY0" fmla="*/ 7560 h 174928"/>
              <a:gd name="csX1" fmla="*/ 103414 w 106922"/>
              <a:gd name="csY1" fmla="*/ 15724 h 174928"/>
              <a:gd name="csX2" fmla="*/ 87085 w 106922"/>
              <a:gd name="csY2" fmla="*/ 174928 h 174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6922" h="174928">
                <a:moveTo>
                  <a:pt x="0" y="7560"/>
                </a:moveTo>
                <a:cubicBezTo>
                  <a:pt x="64407" y="4158"/>
                  <a:pt x="93436" y="-11490"/>
                  <a:pt x="103414" y="15724"/>
                </a:cubicBezTo>
                <a:cubicBezTo>
                  <a:pt x="113392" y="42938"/>
                  <a:pt x="100238" y="108933"/>
                  <a:pt x="87085" y="174928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6" name="Freeform: Shape 455">
            <a:extLst>
              <a:ext uri="{FF2B5EF4-FFF2-40B4-BE49-F238E27FC236}">
                <a16:creationId xmlns:a16="http://schemas.microsoft.com/office/drawing/2014/main" id="{F6239FDA-CE17-77FF-11C8-36EC140CBE46}"/>
              </a:ext>
            </a:extLst>
          </p:cNvPr>
          <p:cNvSpPr/>
          <p:nvPr/>
        </p:nvSpPr>
        <p:spPr>
          <a:xfrm>
            <a:off x="3964770" y="514204"/>
            <a:ext cx="88283" cy="209698"/>
          </a:xfrm>
          <a:custGeom>
            <a:avLst/>
            <a:gdLst>
              <a:gd name="csX0" fmla="*/ 4940 w 88283"/>
              <a:gd name="csY0" fmla="*/ 0 h 209698"/>
              <a:gd name="csX1" fmla="*/ 40780 w 88283"/>
              <a:gd name="csY1" fmla="*/ 0 h 209698"/>
              <a:gd name="csX2" fmla="*/ 45720 w 88283"/>
              <a:gd name="csY2" fmla="*/ 4940 h 209698"/>
              <a:gd name="csX3" fmla="*/ 45720 w 88283"/>
              <a:gd name="csY3" fmla="*/ 45020 h 209698"/>
              <a:gd name="csX4" fmla="*/ 83343 w 88283"/>
              <a:gd name="csY4" fmla="*/ 45020 h 209698"/>
              <a:gd name="csX5" fmla="*/ 88283 w 88283"/>
              <a:gd name="csY5" fmla="*/ 49960 h 209698"/>
              <a:gd name="csX6" fmla="*/ 88283 w 88283"/>
              <a:gd name="csY6" fmla="*/ 85799 h 209698"/>
              <a:gd name="csX7" fmla="*/ 83343 w 88283"/>
              <a:gd name="csY7" fmla="*/ 90739 h 209698"/>
              <a:gd name="csX8" fmla="*/ 45720 w 88283"/>
              <a:gd name="csY8" fmla="*/ 90739 h 209698"/>
              <a:gd name="csX9" fmla="*/ 45720 w 88283"/>
              <a:gd name="csY9" fmla="*/ 204758 h 209698"/>
              <a:gd name="csX10" fmla="*/ 40780 w 88283"/>
              <a:gd name="csY10" fmla="*/ 209698 h 209698"/>
              <a:gd name="csX11" fmla="*/ 4940 w 88283"/>
              <a:gd name="csY11" fmla="*/ 209698 h 209698"/>
              <a:gd name="csX12" fmla="*/ 0 w 88283"/>
              <a:gd name="csY12" fmla="*/ 204758 h 209698"/>
              <a:gd name="csX13" fmla="*/ 0 w 88283"/>
              <a:gd name="csY13" fmla="*/ 4940 h 209698"/>
              <a:gd name="csX14" fmla="*/ 4940 w 88283"/>
              <a:gd name="csY14" fmla="*/ 0 h 2096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88283" h="209698">
                <a:moveTo>
                  <a:pt x="4940" y="0"/>
                </a:moveTo>
                <a:lnTo>
                  <a:pt x="40780" y="0"/>
                </a:lnTo>
                <a:cubicBezTo>
                  <a:pt x="43508" y="0"/>
                  <a:pt x="45720" y="2212"/>
                  <a:pt x="45720" y="4940"/>
                </a:cubicBezTo>
                <a:lnTo>
                  <a:pt x="45720" y="45020"/>
                </a:lnTo>
                <a:lnTo>
                  <a:pt x="83343" y="45020"/>
                </a:lnTo>
                <a:cubicBezTo>
                  <a:pt x="86071" y="45020"/>
                  <a:pt x="88283" y="47232"/>
                  <a:pt x="88283" y="49960"/>
                </a:cubicBezTo>
                <a:lnTo>
                  <a:pt x="88283" y="85799"/>
                </a:lnTo>
                <a:cubicBezTo>
                  <a:pt x="88283" y="88527"/>
                  <a:pt x="86071" y="90739"/>
                  <a:pt x="83343" y="90739"/>
                </a:cubicBezTo>
                <a:lnTo>
                  <a:pt x="45720" y="90739"/>
                </a:lnTo>
                <a:lnTo>
                  <a:pt x="45720" y="204758"/>
                </a:lnTo>
                <a:cubicBezTo>
                  <a:pt x="45720" y="207486"/>
                  <a:pt x="43508" y="209698"/>
                  <a:pt x="40780" y="209698"/>
                </a:cubicBezTo>
                <a:lnTo>
                  <a:pt x="4940" y="209698"/>
                </a:lnTo>
                <a:cubicBezTo>
                  <a:pt x="2212" y="209698"/>
                  <a:pt x="0" y="207486"/>
                  <a:pt x="0" y="204758"/>
                </a:cubicBezTo>
                <a:lnTo>
                  <a:pt x="0" y="4940"/>
                </a:lnTo>
                <a:cubicBezTo>
                  <a:pt x="0" y="2212"/>
                  <a:pt x="2212" y="0"/>
                  <a:pt x="4940" y="0"/>
                </a:cubicBezTo>
                <a:close/>
              </a:path>
            </a:pathLst>
          </a:cu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/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B1A8F488-7316-133B-864C-19C0D82643F2}"/>
              </a:ext>
            </a:extLst>
          </p:cNvPr>
          <p:cNvSpPr/>
          <p:nvPr/>
        </p:nvSpPr>
        <p:spPr>
          <a:xfrm>
            <a:off x="3780063" y="768804"/>
            <a:ext cx="5521" cy="473528"/>
          </a:xfrm>
          <a:custGeom>
            <a:avLst/>
            <a:gdLst>
              <a:gd name="csX0" fmla="*/ 2722 w 5521"/>
              <a:gd name="csY0" fmla="*/ 0 h 473528"/>
              <a:gd name="csX1" fmla="*/ 5443 w 5521"/>
              <a:gd name="csY1" fmla="*/ 200025 h 473528"/>
              <a:gd name="csX2" fmla="*/ 0 w 5521"/>
              <a:gd name="csY2" fmla="*/ 473528 h 4735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21" h="473528">
                <a:moveTo>
                  <a:pt x="2722" y="0"/>
                </a:moveTo>
                <a:cubicBezTo>
                  <a:pt x="4309" y="60552"/>
                  <a:pt x="5897" y="121104"/>
                  <a:pt x="5443" y="200025"/>
                </a:cubicBezTo>
                <a:cubicBezTo>
                  <a:pt x="4989" y="278946"/>
                  <a:pt x="2494" y="376237"/>
                  <a:pt x="0" y="473528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2" name="Freeform: Shape 451">
            <a:extLst>
              <a:ext uri="{FF2B5EF4-FFF2-40B4-BE49-F238E27FC236}">
                <a16:creationId xmlns:a16="http://schemas.microsoft.com/office/drawing/2014/main" id="{ACFF2392-84CC-E690-F38C-AB64BA14B847}"/>
              </a:ext>
            </a:extLst>
          </p:cNvPr>
          <p:cNvSpPr/>
          <p:nvPr/>
        </p:nvSpPr>
        <p:spPr>
          <a:xfrm rot="5400000">
            <a:off x="3748459" y="1244462"/>
            <a:ext cx="97015" cy="72112"/>
          </a:xfrm>
          <a:custGeom>
            <a:avLst/>
            <a:gdLst>
              <a:gd name="csX0" fmla="*/ 0 w 97015"/>
              <a:gd name="csY0" fmla="*/ 67171 h 72112"/>
              <a:gd name="csX1" fmla="*/ 0 w 97015"/>
              <a:gd name="csY1" fmla="*/ 31331 h 72112"/>
              <a:gd name="csX2" fmla="*/ 4940 w 97015"/>
              <a:gd name="csY2" fmla="*/ 26391 h 72112"/>
              <a:gd name="csX3" fmla="*/ 51295 w 97015"/>
              <a:gd name="csY3" fmla="*/ 26391 h 72112"/>
              <a:gd name="csX4" fmla="*/ 51295 w 97015"/>
              <a:gd name="csY4" fmla="*/ 4940 h 72112"/>
              <a:gd name="csX5" fmla="*/ 56235 w 97015"/>
              <a:gd name="csY5" fmla="*/ 0 h 72112"/>
              <a:gd name="csX6" fmla="*/ 92075 w 97015"/>
              <a:gd name="csY6" fmla="*/ 0 h 72112"/>
              <a:gd name="csX7" fmla="*/ 97015 w 97015"/>
              <a:gd name="csY7" fmla="*/ 4940 h 72112"/>
              <a:gd name="csX8" fmla="*/ 97015 w 97015"/>
              <a:gd name="csY8" fmla="*/ 67172 h 72112"/>
              <a:gd name="csX9" fmla="*/ 92075 w 97015"/>
              <a:gd name="csY9" fmla="*/ 72112 h 72112"/>
              <a:gd name="csX10" fmla="*/ 56235 w 97015"/>
              <a:gd name="csY10" fmla="*/ 72112 h 72112"/>
              <a:gd name="csX11" fmla="*/ 56234 w 97015"/>
              <a:gd name="csY11" fmla="*/ 72111 h 72112"/>
              <a:gd name="csX12" fmla="*/ 4940 w 97015"/>
              <a:gd name="csY12" fmla="*/ 72111 h 72112"/>
              <a:gd name="csX13" fmla="*/ 0 w 97015"/>
              <a:gd name="csY13" fmla="*/ 67171 h 721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7015" h="72112">
                <a:moveTo>
                  <a:pt x="0" y="67171"/>
                </a:moveTo>
                <a:lnTo>
                  <a:pt x="0" y="31331"/>
                </a:lnTo>
                <a:cubicBezTo>
                  <a:pt x="0" y="28603"/>
                  <a:pt x="2212" y="26391"/>
                  <a:pt x="4940" y="26391"/>
                </a:cubicBezTo>
                <a:lnTo>
                  <a:pt x="51295" y="26391"/>
                </a:lnTo>
                <a:lnTo>
                  <a:pt x="51295" y="4940"/>
                </a:lnTo>
                <a:cubicBezTo>
                  <a:pt x="51295" y="2212"/>
                  <a:pt x="53507" y="0"/>
                  <a:pt x="56235" y="0"/>
                </a:cubicBezTo>
                <a:lnTo>
                  <a:pt x="92075" y="0"/>
                </a:lnTo>
                <a:cubicBezTo>
                  <a:pt x="94803" y="0"/>
                  <a:pt x="97015" y="2212"/>
                  <a:pt x="97015" y="4940"/>
                </a:cubicBezTo>
                <a:lnTo>
                  <a:pt x="97015" y="67172"/>
                </a:lnTo>
                <a:cubicBezTo>
                  <a:pt x="97015" y="69900"/>
                  <a:pt x="94803" y="72112"/>
                  <a:pt x="92075" y="72112"/>
                </a:cubicBezTo>
                <a:lnTo>
                  <a:pt x="56235" y="72112"/>
                </a:lnTo>
                <a:lnTo>
                  <a:pt x="56234" y="72111"/>
                </a:lnTo>
                <a:lnTo>
                  <a:pt x="4940" y="72111"/>
                </a:lnTo>
                <a:cubicBezTo>
                  <a:pt x="2212" y="72111"/>
                  <a:pt x="0" y="69899"/>
                  <a:pt x="0" y="67171"/>
                </a:cubicBezTo>
                <a:close/>
              </a:path>
            </a:pathLst>
          </a:custGeom>
          <a:solidFill>
            <a:srgbClr val="404040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 dirty="0"/>
          </a:p>
        </p:txBody>
      </p:sp>
      <p:sp>
        <p:nvSpPr>
          <p:cNvPr id="451" name="Freeform: Shape 450">
            <a:extLst>
              <a:ext uri="{FF2B5EF4-FFF2-40B4-BE49-F238E27FC236}">
                <a16:creationId xmlns:a16="http://schemas.microsoft.com/office/drawing/2014/main" id="{70011FDC-F679-C886-4C25-1BB5A5A3D2A0}"/>
              </a:ext>
            </a:extLst>
          </p:cNvPr>
          <p:cNvSpPr/>
          <p:nvPr/>
        </p:nvSpPr>
        <p:spPr>
          <a:xfrm rot="16200000">
            <a:off x="3773146" y="688252"/>
            <a:ext cx="72112" cy="96582"/>
          </a:xfrm>
          <a:custGeom>
            <a:avLst/>
            <a:gdLst>
              <a:gd name="csX0" fmla="*/ 72112 w 72112"/>
              <a:gd name="csY0" fmla="*/ 29411 h 96582"/>
              <a:gd name="csX1" fmla="*/ 72112 w 72112"/>
              <a:gd name="csY1" fmla="*/ 91642 h 96582"/>
              <a:gd name="csX2" fmla="*/ 67172 w 72112"/>
              <a:gd name="csY2" fmla="*/ 96582 h 96582"/>
              <a:gd name="csX3" fmla="*/ 31332 w 72112"/>
              <a:gd name="csY3" fmla="*/ 96582 h 96582"/>
              <a:gd name="csX4" fmla="*/ 26392 w 72112"/>
              <a:gd name="csY4" fmla="*/ 91642 h 96582"/>
              <a:gd name="csX5" fmla="*/ 26392 w 72112"/>
              <a:gd name="csY5" fmla="*/ 45720 h 96582"/>
              <a:gd name="csX6" fmla="*/ 4940 w 72112"/>
              <a:gd name="csY6" fmla="*/ 45720 h 96582"/>
              <a:gd name="csX7" fmla="*/ 0 w 72112"/>
              <a:gd name="csY7" fmla="*/ 40780 h 96582"/>
              <a:gd name="csX8" fmla="*/ 0 w 72112"/>
              <a:gd name="csY8" fmla="*/ 4940 h 96582"/>
              <a:gd name="csX9" fmla="*/ 4940 w 72112"/>
              <a:gd name="csY9" fmla="*/ 0 h 96582"/>
              <a:gd name="csX10" fmla="*/ 67171 w 72112"/>
              <a:gd name="csY10" fmla="*/ 0 h 96582"/>
              <a:gd name="csX11" fmla="*/ 72111 w 72112"/>
              <a:gd name="csY11" fmla="*/ 4940 h 96582"/>
              <a:gd name="csX12" fmla="*/ 72111 w 72112"/>
              <a:gd name="csY12" fmla="*/ 29410 h 965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2112" h="96582">
                <a:moveTo>
                  <a:pt x="72112" y="29411"/>
                </a:moveTo>
                <a:lnTo>
                  <a:pt x="72112" y="91642"/>
                </a:lnTo>
                <a:cubicBezTo>
                  <a:pt x="72112" y="94370"/>
                  <a:pt x="69900" y="96582"/>
                  <a:pt x="67172" y="96582"/>
                </a:cubicBezTo>
                <a:lnTo>
                  <a:pt x="31332" y="96582"/>
                </a:lnTo>
                <a:cubicBezTo>
                  <a:pt x="28604" y="96582"/>
                  <a:pt x="26392" y="94370"/>
                  <a:pt x="26392" y="91642"/>
                </a:cubicBezTo>
                <a:lnTo>
                  <a:pt x="26392" y="45720"/>
                </a:lnTo>
                <a:lnTo>
                  <a:pt x="4940" y="45720"/>
                </a:lnTo>
                <a:cubicBezTo>
                  <a:pt x="2212" y="45720"/>
                  <a:pt x="0" y="43508"/>
                  <a:pt x="0" y="40780"/>
                </a:cubicBezTo>
                <a:lnTo>
                  <a:pt x="0" y="4940"/>
                </a:lnTo>
                <a:cubicBezTo>
                  <a:pt x="0" y="2212"/>
                  <a:pt x="2212" y="0"/>
                  <a:pt x="4940" y="0"/>
                </a:cubicBezTo>
                <a:lnTo>
                  <a:pt x="67171" y="0"/>
                </a:lnTo>
                <a:cubicBezTo>
                  <a:pt x="69899" y="0"/>
                  <a:pt x="72111" y="2212"/>
                  <a:pt x="72111" y="4940"/>
                </a:cubicBezTo>
                <a:lnTo>
                  <a:pt x="72111" y="29410"/>
                </a:lnTo>
                <a:close/>
              </a:path>
            </a:pathLst>
          </a:custGeom>
          <a:solidFill>
            <a:srgbClr val="404040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/>
          </a:p>
        </p:txBody>
      </p:sp>
      <p:sp>
        <p:nvSpPr>
          <p:cNvPr id="2330" name="Rectangle: Rounded Corners 2329">
            <a:extLst>
              <a:ext uri="{FF2B5EF4-FFF2-40B4-BE49-F238E27FC236}">
                <a16:creationId xmlns:a16="http://schemas.microsoft.com/office/drawing/2014/main" id="{F93BB8D9-7EF5-7E32-751D-073CA532E4A8}"/>
              </a:ext>
            </a:extLst>
          </p:cNvPr>
          <p:cNvSpPr/>
          <p:nvPr/>
        </p:nvSpPr>
        <p:spPr>
          <a:xfrm>
            <a:off x="3842438" y="656110"/>
            <a:ext cx="300938" cy="696049"/>
          </a:xfrm>
          <a:prstGeom prst="roundRect">
            <a:avLst>
              <a:gd name="adj" fmla="val 10805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sp>
        <p:nvSpPr>
          <p:cNvPr id="2352" name="Rectangle: Rounded Corners 2351">
            <a:extLst>
              <a:ext uri="{FF2B5EF4-FFF2-40B4-BE49-F238E27FC236}">
                <a16:creationId xmlns:a16="http://schemas.microsoft.com/office/drawing/2014/main" id="{5A63A351-6EDE-E570-F1D5-30D9E64C59F6}"/>
              </a:ext>
            </a:extLst>
          </p:cNvPr>
          <p:cNvSpPr/>
          <p:nvPr/>
        </p:nvSpPr>
        <p:spPr>
          <a:xfrm>
            <a:off x="3819307" y="1266825"/>
            <a:ext cx="347200" cy="85334"/>
          </a:xfrm>
          <a:prstGeom prst="roundRect">
            <a:avLst>
              <a:gd name="adj" fmla="val 36317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3F9450F5-4E12-19EF-F8D8-4B5F4574CD46}"/>
              </a:ext>
            </a:extLst>
          </p:cNvPr>
          <p:cNvGrpSpPr/>
          <p:nvPr/>
        </p:nvGrpSpPr>
        <p:grpSpPr>
          <a:xfrm>
            <a:off x="4509429" y="891269"/>
            <a:ext cx="249010" cy="0"/>
            <a:chOff x="4508047" y="889908"/>
            <a:chExt cx="249010" cy="0"/>
          </a:xfrm>
        </p:grpSpPr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2636877E-6236-FFDF-29FF-2D30F65AA634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3" name="Straight Connector 462">
              <a:extLst>
                <a:ext uri="{FF2B5EF4-FFF2-40B4-BE49-F238E27FC236}">
                  <a16:creationId xmlns:a16="http://schemas.microsoft.com/office/drawing/2014/main" id="{DBD8F4AE-F82E-0609-4E6C-32D90BEA4971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4" name="Straight Connector 463">
              <a:extLst>
                <a:ext uri="{FF2B5EF4-FFF2-40B4-BE49-F238E27FC236}">
                  <a16:creationId xmlns:a16="http://schemas.microsoft.com/office/drawing/2014/main" id="{EEB5A379-28DB-27EB-85A8-12252F573BE5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057BE1D1-2856-C734-48A1-1F77A45E4C95}"/>
              </a:ext>
            </a:extLst>
          </p:cNvPr>
          <p:cNvGrpSpPr/>
          <p:nvPr/>
        </p:nvGrpSpPr>
        <p:grpSpPr>
          <a:xfrm>
            <a:off x="4509429" y="951140"/>
            <a:ext cx="249010" cy="0"/>
            <a:chOff x="4508047" y="889908"/>
            <a:chExt cx="249010" cy="0"/>
          </a:xfrm>
        </p:grpSpPr>
        <p:cxnSp>
          <p:nvCxnSpPr>
            <p:cNvPr id="467" name="Straight Connector 466">
              <a:extLst>
                <a:ext uri="{FF2B5EF4-FFF2-40B4-BE49-F238E27FC236}">
                  <a16:creationId xmlns:a16="http://schemas.microsoft.com/office/drawing/2014/main" id="{99224B56-72BB-F861-EE1D-FF494FFE16ED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238C2FAD-2AA2-4253-EF0D-D06A7CE66481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9" name="Straight Connector 468">
              <a:extLst>
                <a:ext uri="{FF2B5EF4-FFF2-40B4-BE49-F238E27FC236}">
                  <a16:creationId xmlns:a16="http://schemas.microsoft.com/office/drawing/2014/main" id="{CB258520-5027-D400-E5D8-ADF2E9EB7625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CDCA7FD9-5727-D9D0-C793-3FD3C9454FDB}"/>
              </a:ext>
            </a:extLst>
          </p:cNvPr>
          <p:cNvGrpSpPr/>
          <p:nvPr/>
        </p:nvGrpSpPr>
        <p:grpSpPr>
          <a:xfrm>
            <a:off x="4509429" y="1011012"/>
            <a:ext cx="249010" cy="0"/>
            <a:chOff x="4508047" y="889908"/>
            <a:chExt cx="249010" cy="0"/>
          </a:xfrm>
        </p:grpSpPr>
        <p:cxnSp>
          <p:nvCxnSpPr>
            <p:cNvPr id="471" name="Straight Connector 470">
              <a:extLst>
                <a:ext uri="{FF2B5EF4-FFF2-40B4-BE49-F238E27FC236}">
                  <a16:creationId xmlns:a16="http://schemas.microsoft.com/office/drawing/2014/main" id="{B5DC2329-93BD-48A0-F9F2-344D6160E366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2" name="Straight Connector 471">
              <a:extLst>
                <a:ext uri="{FF2B5EF4-FFF2-40B4-BE49-F238E27FC236}">
                  <a16:creationId xmlns:a16="http://schemas.microsoft.com/office/drawing/2014/main" id="{F207A05A-FDC2-5425-ACF4-AD5D1858A7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3" name="Straight Connector 472">
              <a:extLst>
                <a:ext uri="{FF2B5EF4-FFF2-40B4-BE49-F238E27FC236}">
                  <a16:creationId xmlns:a16="http://schemas.microsoft.com/office/drawing/2014/main" id="{6E83495B-0685-CFA1-71B5-A1B9FCD8002A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002A075B-8A4E-FD69-E87F-76AE665C1275}"/>
              </a:ext>
            </a:extLst>
          </p:cNvPr>
          <p:cNvGrpSpPr/>
          <p:nvPr/>
        </p:nvGrpSpPr>
        <p:grpSpPr>
          <a:xfrm>
            <a:off x="10152296" y="2402817"/>
            <a:ext cx="1104086" cy="493973"/>
            <a:chOff x="10152296" y="2402817"/>
            <a:chExt cx="1104086" cy="493973"/>
          </a:xfrm>
        </p:grpSpPr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ED407F14-7D6D-69B7-FC8A-9514E765F62C}"/>
                </a:ext>
              </a:extLst>
            </p:cNvPr>
            <p:cNvSpPr/>
            <p:nvPr/>
          </p:nvSpPr>
          <p:spPr>
            <a:xfrm>
              <a:off x="10152296" y="2468293"/>
              <a:ext cx="66317" cy="4572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4200F74C-61C9-7AC4-9E6E-FE03C95149F4}"/>
                </a:ext>
              </a:extLst>
            </p:cNvPr>
            <p:cNvSpPr/>
            <p:nvPr/>
          </p:nvSpPr>
          <p:spPr>
            <a:xfrm>
              <a:off x="11190065" y="2468293"/>
              <a:ext cx="66317" cy="4572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6AA4BF74-1455-992E-F3E0-97C69F2AA2A2}"/>
                </a:ext>
              </a:extLst>
            </p:cNvPr>
            <p:cNvSpPr/>
            <p:nvPr/>
          </p:nvSpPr>
          <p:spPr>
            <a:xfrm>
              <a:off x="10291923" y="2443163"/>
              <a:ext cx="827474" cy="95980"/>
            </a:xfrm>
            <a:prstGeom prst="roundRect">
              <a:avLst>
                <a:gd name="adj" fmla="val 4017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74B06A3D-17AF-906B-12DF-46347BA14186}"/>
                </a:ext>
              </a:extLst>
            </p:cNvPr>
            <p:cNvSpPr/>
            <p:nvPr/>
          </p:nvSpPr>
          <p:spPr>
            <a:xfrm>
              <a:off x="10395890" y="2402817"/>
              <a:ext cx="57798" cy="261939"/>
            </a:xfrm>
            <a:prstGeom prst="roundRect">
              <a:avLst>
                <a:gd name="adj" fmla="val 33146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07460DD7-4B19-8B71-B888-7FDDCEA09F8A}"/>
                </a:ext>
              </a:extLst>
            </p:cNvPr>
            <p:cNvSpPr/>
            <p:nvPr/>
          </p:nvSpPr>
          <p:spPr>
            <a:xfrm>
              <a:off x="10209089" y="2412207"/>
              <a:ext cx="105975" cy="15789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AF0C789F-4D8A-D6ED-0963-BE998BBA8590}"/>
                </a:ext>
              </a:extLst>
            </p:cNvPr>
            <p:cNvSpPr/>
            <p:nvPr/>
          </p:nvSpPr>
          <p:spPr>
            <a:xfrm>
              <a:off x="11093614" y="2412207"/>
              <a:ext cx="105975" cy="15789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284" name="Rectangle: Rounded Corners 283">
              <a:extLst>
                <a:ext uri="{FF2B5EF4-FFF2-40B4-BE49-F238E27FC236}">
                  <a16:creationId xmlns:a16="http://schemas.microsoft.com/office/drawing/2014/main" id="{EFA76A2A-858C-8DBD-6527-4336EFBF3CB7}"/>
                </a:ext>
              </a:extLst>
            </p:cNvPr>
            <p:cNvSpPr/>
            <p:nvPr/>
          </p:nvSpPr>
          <p:spPr>
            <a:xfrm>
              <a:off x="10955437" y="2402817"/>
              <a:ext cx="57798" cy="261939"/>
            </a:xfrm>
            <a:prstGeom prst="roundRect">
              <a:avLst>
                <a:gd name="adj" fmla="val 33146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F5D76DAB-4FC5-1A8D-82B3-91A1E8E97AC7}"/>
                </a:ext>
              </a:extLst>
            </p:cNvPr>
            <p:cNvSpPr/>
            <p:nvPr/>
          </p:nvSpPr>
          <p:spPr>
            <a:xfrm>
              <a:off x="10290602" y="2607469"/>
              <a:ext cx="827474" cy="289321"/>
            </a:xfrm>
            <a:prstGeom prst="roundRect">
              <a:avLst>
                <a:gd name="adj" fmla="val 14802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51D4C0CA-F55D-9DED-962C-F9152344937B}"/>
                </a:ext>
              </a:extLst>
            </p:cNvPr>
            <p:cNvSpPr/>
            <p:nvPr/>
          </p:nvSpPr>
          <p:spPr>
            <a:xfrm>
              <a:off x="10853885" y="2681289"/>
              <a:ext cx="208082" cy="141682"/>
            </a:xfrm>
            <a:prstGeom prst="roundRect">
              <a:avLst>
                <a:gd name="adj" fmla="val 9327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852C3381-D8A9-BF21-187E-07D63B87AE6E}"/>
                </a:ext>
              </a:extLst>
            </p:cNvPr>
            <p:cNvSpPr/>
            <p:nvPr/>
          </p:nvSpPr>
          <p:spPr>
            <a:xfrm>
              <a:off x="10759027" y="2721098"/>
              <a:ext cx="62064" cy="6206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1557FF37-6103-2B7B-3FEA-E2917B5B6EF0}"/>
                </a:ext>
              </a:extLst>
            </p:cNvPr>
            <p:cNvSpPr/>
            <p:nvPr/>
          </p:nvSpPr>
          <p:spPr>
            <a:xfrm>
              <a:off x="10366458" y="2709466"/>
              <a:ext cx="45720" cy="85326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29454874-E19A-F06C-C547-A190DF6D6232}"/>
                </a:ext>
              </a:extLst>
            </p:cNvPr>
            <p:cNvSpPr/>
            <p:nvPr/>
          </p:nvSpPr>
          <p:spPr>
            <a:xfrm>
              <a:off x="10463866" y="2709466"/>
              <a:ext cx="45720" cy="85326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CB1A3453-E05F-0C91-644B-86129657D695}"/>
                </a:ext>
              </a:extLst>
            </p:cNvPr>
            <p:cNvCxnSpPr>
              <a:cxnSpLocks/>
            </p:cNvCxnSpPr>
            <p:nvPr/>
          </p:nvCxnSpPr>
          <p:spPr>
            <a:xfrm>
              <a:off x="10338859" y="2662570"/>
              <a:ext cx="217916" cy="0"/>
            </a:xfrm>
            <a:prstGeom prst="line">
              <a:avLst/>
            </a:prstGeom>
            <a:ln w="15875" cap="rnd">
              <a:solidFill>
                <a:srgbClr val="CF313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E67961B5-CA24-A0E1-C832-1BB085DD24FD}"/>
                </a:ext>
              </a:extLst>
            </p:cNvPr>
            <p:cNvCxnSpPr>
              <a:cxnSpLocks/>
            </p:cNvCxnSpPr>
            <p:nvPr/>
          </p:nvCxnSpPr>
          <p:spPr>
            <a:xfrm>
              <a:off x="10895891" y="2729132"/>
              <a:ext cx="9940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DF2C2783-8FB8-47C0-FBB4-302B1F5B61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95891" y="2774371"/>
              <a:ext cx="57195" cy="1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Oval 260">
              <a:extLst>
                <a:ext uri="{FF2B5EF4-FFF2-40B4-BE49-F238E27FC236}">
                  <a16:creationId xmlns:a16="http://schemas.microsoft.com/office/drawing/2014/main" id="{5E3F88B8-36D6-06EA-D4CA-912E5324A1FA}"/>
                </a:ext>
              </a:extLst>
            </p:cNvPr>
            <p:cNvSpPr/>
            <p:nvPr/>
          </p:nvSpPr>
          <p:spPr>
            <a:xfrm>
              <a:off x="10582808" y="2728232"/>
              <a:ext cx="47796" cy="4779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endParaRPr>
            </a:p>
          </p:txBody>
        </p: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8088E1AA-9A5B-B0DF-2D5E-1004BECD9B4D}"/>
                </a:ext>
              </a:extLst>
            </p:cNvPr>
            <p:cNvCxnSpPr>
              <a:cxnSpLocks/>
            </p:cNvCxnSpPr>
            <p:nvPr/>
          </p:nvCxnSpPr>
          <p:spPr>
            <a:xfrm>
              <a:off x="10338859" y="2845926"/>
              <a:ext cx="217916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0" name="Rectangle 279">
            <a:extLst>
              <a:ext uri="{FF2B5EF4-FFF2-40B4-BE49-F238E27FC236}">
                <a16:creationId xmlns:a16="http://schemas.microsoft.com/office/drawing/2014/main" id="{D3001617-82DC-57AF-806A-C1F70510A264}"/>
              </a:ext>
            </a:extLst>
          </p:cNvPr>
          <p:cNvSpPr/>
          <p:nvPr/>
        </p:nvSpPr>
        <p:spPr>
          <a:xfrm>
            <a:off x="10138188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ESP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4178571" y="2232736"/>
            <a:ext cx="843372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Partector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TEM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7122896" y="22283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2315028" y="3949415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2327787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7054635" y="1598824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539491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9076966" y="2249310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9021683" y="1305557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6504079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430483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6358901" y="326307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539173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563003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573000" y="390829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949" name="Rectangle 2948">
            <a:extLst>
              <a:ext uri="{FF2B5EF4-FFF2-40B4-BE49-F238E27FC236}">
                <a16:creationId xmlns:a16="http://schemas.microsoft.com/office/drawing/2014/main" id="{C72D1C6D-0649-E198-D6D8-C8BE99BE38A7}"/>
              </a:ext>
            </a:extLst>
          </p:cNvPr>
          <p:cNvSpPr/>
          <p:nvPr/>
        </p:nvSpPr>
        <p:spPr>
          <a:xfrm>
            <a:off x="8865874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PINE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A36BE238-EC21-05DC-6F4E-3CC4E44EAAB9}"/>
              </a:ext>
            </a:extLst>
          </p:cNvPr>
          <p:cNvGrpSpPr/>
          <p:nvPr/>
        </p:nvGrpSpPr>
        <p:grpSpPr>
          <a:xfrm>
            <a:off x="8727181" y="3263074"/>
            <a:ext cx="1428194" cy="1965598"/>
            <a:chOff x="9807493" y="3223344"/>
            <a:chExt cx="1428194" cy="1965598"/>
          </a:xfrm>
        </p:grpSpPr>
        <p:sp>
          <p:nvSpPr>
            <p:cNvPr id="2956" name="Rectangle 2955">
              <a:extLst>
                <a:ext uri="{FF2B5EF4-FFF2-40B4-BE49-F238E27FC236}">
                  <a16:creationId xmlns:a16="http://schemas.microsoft.com/office/drawing/2014/main" id="{F96066BB-EC4F-E49E-814F-893317D7F562}"/>
                </a:ext>
              </a:extLst>
            </p:cNvPr>
            <p:cNvSpPr/>
            <p:nvPr/>
          </p:nvSpPr>
          <p:spPr>
            <a:xfrm>
              <a:off x="9842500" y="3267074"/>
              <a:ext cx="1226820" cy="181185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3" name="Rectangle 2962">
              <a:extLst>
                <a:ext uri="{FF2B5EF4-FFF2-40B4-BE49-F238E27FC236}">
                  <a16:creationId xmlns:a16="http://schemas.microsoft.com/office/drawing/2014/main" id="{D4FC3306-53AB-C854-9928-2030E39DB022}"/>
                </a:ext>
              </a:extLst>
            </p:cNvPr>
            <p:cNvSpPr/>
            <p:nvPr/>
          </p:nvSpPr>
          <p:spPr>
            <a:xfrm>
              <a:off x="9836150" y="4489451"/>
              <a:ext cx="1360488" cy="39975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2" name="Freeform: Shape 2961">
              <a:extLst>
                <a:ext uri="{FF2B5EF4-FFF2-40B4-BE49-F238E27FC236}">
                  <a16:creationId xmlns:a16="http://schemas.microsoft.com/office/drawing/2014/main" id="{4E1C69C0-5E9E-D87B-EB0D-66FA7938ECCB}"/>
                </a:ext>
              </a:extLst>
            </p:cNvPr>
            <p:cNvSpPr/>
            <p:nvPr/>
          </p:nvSpPr>
          <p:spPr>
            <a:xfrm rot="10800000">
              <a:off x="10058763" y="3273423"/>
              <a:ext cx="1123135" cy="1797052"/>
            </a:xfrm>
            <a:custGeom>
              <a:avLst/>
              <a:gdLst>
                <a:gd name="csX0" fmla="*/ 967741 w 967741"/>
                <a:gd name="csY0" fmla="*/ 1664972 h 1664972"/>
                <a:gd name="csX1" fmla="*/ 166688 w 967741"/>
                <a:gd name="csY1" fmla="*/ 1664972 h 1664972"/>
                <a:gd name="csX2" fmla="*/ 166688 w 967741"/>
                <a:gd name="csY2" fmla="*/ 1664971 h 1664972"/>
                <a:gd name="csX3" fmla="*/ 1 w 967741"/>
                <a:gd name="csY3" fmla="*/ 1664971 h 1664972"/>
                <a:gd name="csX4" fmla="*/ 1 w 967741"/>
                <a:gd name="csY4" fmla="*/ 353164 h 1664972"/>
                <a:gd name="csX5" fmla="*/ 0 w 967741"/>
                <a:gd name="csY5" fmla="*/ 353164 h 1664972"/>
                <a:gd name="csX6" fmla="*/ 0 w 967741"/>
                <a:gd name="csY6" fmla="*/ 0 h 1664972"/>
                <a:gd name="csX7" fmla="*/ 177130 w 967741"/>
                <a:gd name="csY7" fmla="*/ 0 h 1664972"/>
                <a:gd name="csX8" fmla="*/ 177130 w 967741"/>
                <a:gd name="csY8" fmla="*/ 179349 h 1664972"/>
                <a:gd name="csX9" fmla="*/ 967741 w 967741"/>
                <a:gd name="csY9" fmla="*/ 1498413 h 1664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67741" h="1664972">
                  <a:moveTo>
                    <a:pt x="967741" y="1664972"/>
                  </a:moveTo>
                  <a:lnTo>
                    <a:pt x="166688" y="1664972"/>
                  </a:lnTo>
                  <a:lnTo>
                    <a:pt x="166688" y="1664971"/>
                  </a:lnTo>
                  <a:lnTo>
                    <a:pt x="1" y="1664971"/>
                  </a:lnTo>
                  <a:lnTo>
                    <a:pt x="1" y="353164"/>
                  </a:lnTo>
                  <a:lnTo>
                    <a:pt x="0" y="353164"/>
                  </a:lnTo>
                  <a:lnTo>
                    <a:pt x="0" y="0"/>
                  </a:lnTo>
                  <a:lnTo>
                    <a:pt x="177130" y="0"/>
                  </a:lnTo>
                  <a:lnTo>
                    <a:pt x="177130" y="179349"/>
                  </a:lnTo>
                  <a:lnTo>
                    <a:pt x="967741" y="1498413"/>
                  </a:lnTo>
                  <a:close/>
                </a:path>
              </a:pathLst>
            </a:custGeom>
            <a:solidFill>
              <a:srgbClr val="7F7F7F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grpSp>
          <p:nvGrpSpPr>
            <p:cNvPr id="2950" name="Group 2949">
              <a:extLst>
                <a:ext uri="{FF2B5EF4-FFF2-40B4-BE49-F238E27FC236}">
                  <a16:creationId xmlns:a16="http://schemas.microsoft.com/office/drawing/2014/main" id="{B65989C6-B853-F234-D2B0-942125DE157F}"/>
                </a:ext>
              </a:extLst>
            </p:cNvPr>
            <p:cNvGrpSpPr/>
            <p:nvPr/>
          </p:nvGrpSpPr>
          <p:grpSpPr>
            <a:xfrm>
              <a:off x="9807493" y="3223344"/>
              <a:ext cx="1428194" cy="1886329"/>
              <a:chOff x="9807493" y="3223344"/>
              <a:chExt cx="1428194" cy="1886329"/>
            </a:xfrm>
            <a:solidFill>
              <a:srgbClr val="7F7F7F"/>
            </a:solidFill>
          </p:grpSpPr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EB629116-501E-2619-075A-8EB6620D2930}"/>
                  </a:ext>
                </a:extLst>
              </p:cNvPr>
              <p:cNvSpPr/>
              <p:nvPr/>
            </p:nvSpPr>
            <p:spPr>
              <a:xfrm>
                <a:off x="11172213" y="3290667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CCB83586-DAEA-B59E-2893-EED86FA7B0BE}"/>
                  </a:ext>
                </a:extLst>
              </p:cNvPr>
              <p:cNvSpPr/>
              <p:nvPr/>
            </p:nvSpPr>
            <p:spPr>
              <a:xfrm>
                <a:off x="9819539" y="3291669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5701DD43-10C5-D86F-7109-A065A194F7D1}"/>
                  </a:ext>
                </a:extLst>
              </p:cNvPr>
              <p:cNvSpPr/>
              <p:nvPr/>
            </p:nvSpPr>
            <p:spPr>
              <a:xfrm>
                <a:off x="9819539" y="3245204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FAA6367A-BDE9-9AFA-A99C-BE04BCC51E16}"/>
                  </a:ext>
                </a:extLst>
              </p:cNvPr>
              <p:cNvSpPr/>
              <p:nvPr/>
            </p:nvSpPr>
            <p:spPr>
              <a:xfrm>
                <a:off x="9819539" y="5046102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05FC7D48-CDD3-3C76-3535-6F420C928D34}"/>
                  </a:ext>
                </a:extLst>
              </p:cNvPr>
              <p:cNvSpPr/>
              <p:nvPr/>
            </p:nvSpPr>
            <p:spPr>
              <a:xfrm>
                <a:off x="11171165" y="3245204"/>
                <a:ext cx="52179" cy="53122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9" name="Rectangle: Rounded Corners 2898">
                <a:extLst>
                  <a:ext uri="{FF2B5EF4-FFF2-40B4-BE49-F238E27FC236}">
                    <a16:creationId xmlns:a16="http://schemas.microsoft.com/office/drawing/2014/main" id="{F5A684C2-3715-5A9A-0053-1A0F6FA7316D}"/>
                  </a:ext>
                </a:extLst>
              </p:cNvPr>
              <p:cNvSpPr/>
              <p:nvPr/>
            </p:nvSpPr>
            <p:spPr>
              <a:xfrm>
                <a:off x="9807493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0" name="Rectangle: Rounded Corners 2899">
                <a:extLst>
                  <a:ext uri="{FF2B5EF4-FFF2-40B4-BE49-F238E27FC236}">
                    <a16:creationId xmlns:a16="http://schemas.microsoft.com/office/drawing/2014/main" id="{0D26F43D-0C02-327A-22B5-38134A154713}"/>
                  </a:ext>
                </a:extLst>
              </p:cNvPr>
              <p:cNvSpPr/>
              <p:nvPr/>
            </p:nvSpPr>
            <p:spPr>
              <a:xfrm>
                <a:off x="11151522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1" name="Rectangle: Rounded Corners 2900">
                <a:extLst>
                  <a:ext uri="{FF2B5EF4-FFF2-40B4-BE49-F238E27FC236}">
                    <a16:creationId xmlns:a16="http://schemas.microsoft.com/office/drawing/2014/main" id="{0A543300-E9D4-4753-56C9-1A0E346F050A}"/>
                  </a:ext>
                </a:extLst>
              </p:cNvPr>
              <p:cNvSpPr/>
              <p:nvPr/>
            </p:nvSpPr>
            <p:spPr>
              <a:xfrm>
                <a:off x="9807493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2" name="Rectangle: Rounded Corners 2901">
                <a:extLst>
                  <a:ext uri="{FF2B5EF4-FFF2-40B4-BE49-F238E27FC236}">
                    <a16:creationId xmlns:a16="http://schemas.microsoft.com/office/drawing/2014/main" id="{98A3E2CB-FEC2-68E8-E434-8414C4FE0E7C}"/>
                  </a:ext>
                </a:extLst>
              </p:cNvPr>
              <p:cNvSpPr/>
              <p:nvPr/>
            </p:nvSpPr>
            <p:spPr>
              <a:xfrm>
                <a:off x="11151522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05" name="Group 2904">
              <a:extLst>
                <a:ext uri="{FF2B5EF4-FFF2-40B4-BE49-F238E27FC236}">
                  <a16:creationId xmlns:a16="http://schemas.microsoft.com/office/drawing/2014/main" id="{49FDA296-F173-6BFA-7D6B-0BF1277B97A1}"/>
                </a:ext>
              </a:extLst>
            </p:cNvPr>
            <p:cNvGrpSpPr/>
            <p:nvPr/>
          </p:nvGrpSpPr>
          <p:grpSpPr>
            <a:xfrm>
              <a:off x="9914736" y="5096010"/>
              <a:ext cx="185877" cy="92932"/>
              <a:chOff x="1790174" y="6623586"/>
              <a:chExt cx="536316" cy="612420"/>
            </a:xfrm>
          </p:grpSpPr>
          <p:sp>
            <p:nvSpPr>
              <p:cNvPr id="2923" name="Rectangle: Rounded Corners 2922">
                <a:extLst>
                  <a:ext uri="{FF2B5EF4-FFF2-40B4-BE49-F238E27FC236}">
                    <a16:creationId xmlns:a16="http://schemas.microsoft.com/office/drawing/2014/main" id="{1690BED7-9FB9-02D4-68FF-89057C9862E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4" name="Rectangle: Rounded Corners 2923">
                <a:extLst>
                  <a:ext uri="{FF2B5EF4-FFF2-40B4-BE49-F238E27FC236}">
                    <a16:creationId xmlns:a16="http://schemas.microsoft.com/office/drawing/2014/main" id="{E3D1797A-A484-FFEA-B714-70E12DD956B1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5" name="Rectangle: Rounded Corners 2924">
                <a:extLst>
                  <a:ext uri="{FF2B5EF4-FFF2-40B4-BE49-F238E27FC236}">
                    <a16:creationId xmlns:a16="http://schemas.microsoft.com/office/drawing/2014/main" id="{B43C6F64-39A6-13C9-5A2D-2B8C7D23C506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06" name="Group 2905">
              <a:extLst>
                <a:ext uri="{FF2B5EF4-FFF2-40B4-BE49-F238E27FC236}">
                  <a16:creationId xmlns:a16="http://schemas.microsoft.com/office/drawing/2014/main" id="{B93A8DA1-C645-1A25-DFFF-B72F1CBD8648}"/>
                </a:ext>
              </a:extLst>
            </p:cNvPr>
            <p:cNvGrpSpPr/>
            <p:nvPr/>
          </p:nvGrpSpPr>
          <p:grpSpPr>
            <a:xfrm>
              <a:off x="10942456" y="5096010"/>
              <a:ext cx="185877" cy="92932"/>
              <a:chOff x="1790174" y="6623586"/>
              <a:chExt cx="536316" cy="612420"/>
            </a:xfrm>
          </p:grpSpPr>
          <p:sp>
            <p:nvSpPr>
              <p:cNvPr id="2920" name="Rectangle: Rounded Corners 2919">
                <a:extLst>
                  <a:ext uri="{FF2B5EF4-FFF2-40B4-BE49-F238E27FC236}">
                    <a16:creationId xmlns:a16="http://schemas.microsoft.com/office/drawing/2014/main" id="{0E0924C3-7318-4A20-7084-B597FEF5EADB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B5CE9AB0-2D45-DD33-4D5B-CA3680F5991C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2" name="Rectangle: Rounded Corners 2921">
                <a:extLst>
                  <a:ext uri="{FF2B5EF4-FFF2-40B4-BE49-F238E27FC236}">
                    <a16:creationId xmlns:a16="http://schemas.microsoft.com/office/drawing/2014/main" id="{16440816-A03E-4829-6971-2DBBC045861E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95" name="Group 2994">
              <a:extLst>
                <a:ext uri="{FF2B5EF4-FFF2-40B4-BE49-F238E27FC236}">
                  <a16:creationId xmlns:a16="http://schemas.microsoft.com/office/drawing/2014/main" id="{60F78CDB-DAA7-71E4-1584-0646CE570F99}"/>
                </a:ext>
              </a:extLst>
            </p:cNvPr>
            <p:cNvGrpSpPr/>
            <p:nvPr/>
          </p:nvGrpSpPr>
          <p:grpSpPr>
            <a:xfrm>
              <a:off x="10537265" y="3514946"/>
              <a:ext cx="522849" cy="399035"/>
              <a:chOff x="10634663" y="3518915"/>
              <a:chExt cx="421965" cy="322041"/>
            </a:xfrm>
          </p:grpSpPr>
          <p:sp>
            <p:nvSpPr>
              <p:cNvPr id="2966" name="Rectangle: Rounded Corners 2965">
                <a:extLst>
                  <a:ext uri="{FF2B5EF4-FFF2-40B4-BE49-F238E27FC236}">
                    <a16:creationId xmlns:a16="http://schemas.microsoft.com/office/drawing/2014/main" id="{E3F6D729-C032-F40B-9187-026FF7233538}"/>
                  </a:ext>
                </a:extLst>
              </p:cNvPr>
              <p:cNvSpPr/>
              <p:nvPr/>
            </p:nvSpPr>
            <p:spPr>
              <a:xfrm>
                <a:off x="10634663" y="3518915"/>
                <a:ext cx="421965" cy="322041"/>
              </a:xfrm>
              <a:prstGeom prst="roundRect">
                <a:avLst>
                  <a:gd name="adj" fmla="val 7054"/>
                </a:avLst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grpSp>
            <p:nvGrpSpPr>
              <p:cNvPr id="2985" name="Group 2984">
                <a:extLst>
                  <a:ext uri="{FF2B5EF4-FFF2-40B4-BE49-F238E27FC236}">
                    <a16:creationId xmlns:a16="http://schemas.microsoft.com/office/drawing/2014/main" id="{1F599BA5-7BB8-8860-1151-BA1E8AA53501}"/>
                  </a:ext>
                </a:extLst>
              </p:cNvPr>
              <p:cNvGrpSpPr/>
              <p:nvPr/>
            </p:nvGrpSpPr>
            <p:grpSpPr>
              <a:xfrm>
                <a:off x="10695781" y="3579019"/>
                <a:ext cx="298450" cy="200025"/>
                <a:chOff x="10695781" y="3583782"/>
                <a:chExt cx="298450" cy="200025"/>
              </a:xfrm>
            </p:grpSpPr>
            <p:cxnSp>
              <p:nvCxnSpPr>
                <p:cNvPr id="2969" name="Straight Connector 2968">
                  <a:extLst>
                    <a:ext uri="{FF2B5EF4-FFF2-40B4-BE49-F238E27FC236}">
                      <a16:creationId xmlns:a16="http://schemas.microsoft.com/office/drawing/2014/main" id="{AF491AFE-E411-4D8B-3C62-A36396FCB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5781" y="3683795"/>
                  <a:ext cx="127000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1" name="Straight Connector 2970">
                  <a:extLst>
                    <a:ext uri="{FF2B5EF4-FFF2-40B4-BE49-F238E27FC236}">
                      <a16:creationId xmlns:a16="http://schemas.microsoft.com/office/drawing/2014/main" id="{68D0AEBA-C826-77F9-0B34-196E478E7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4" name="Straight Connector 2973">
                  <a:extLst>
                    <a:ext uri="{FF2B5EF4-FFF2-40B4-BE49-F238E27FC236}">
                      <a16:creationId xmlns:a16="http://schemas.microsoft.com/office/drawing/2014/main" id="{B363D7CD-5677-F810-AC55-1537187C37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5" name="Straight Connector 2974">
                  <a:extLst>
                    <a:ext uri="{FF2B5EF4-FFF2-40B4-BE49-F238E27FC236}">
                      <a16:creationId xmlns:a16="http://schemas.microsoft.com/office/drawing/2014/main" id="{908E1960-486D-1785-65B8-1302F44DA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6" name="Straight Connector 2975">
                  <a:extLst>
                    <a:ext uri="{FF2B5EF4-FFF2-40B4-BE49-F238E27FC236}">
                      <a16:creationId xmlns:a16="http://schemas.microsoft.com/office/drawing/2014/main" id="{D2BAF84A-D9CC-A282-8255-2DAA54814B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7" name="Straight Connector 2976">
                  <a:extLst>
                    <a:ext uri="{FF2B5EF4-FFF2-40B4-BE49-F238E27FC236}">
                      <a16:creationId xmlns:a16="http://schemas.microsoft.com/office/drawing/2014/main" id="{5A06ADD8-4085-C36E-A975-D711DC62E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8" name="Straight Connector 2977">
                  <a:extLst>
                    <a:ext uri="{FF2B5EF4-FFF2-40B4-BE49-F238E27FC236}">
                      <a16:creationId xmlns:a16="http://schemas.microsoft.com/office/drawing/2014/main" id="{B928CB2B-3A9D-98FD-9F6E-85F959ABD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9" name="Straight Connector 2978">
                  <a:extLst>
                    <a:ext uri="{FF2B5EF4-FFF2-40B4-BE49-F238E27FC236}">
                      <a16:creationId xmlns:a16="http://schemas.microsoft.com/office/drawing/2014/main" id="{1E83E2BD-F359-ECF7-238A-D7B927C30F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0" name="Straight Connector 2979">
                  <a:extLst>
                    <a:ext uri="{FF2B5EF4-FFF2-40B4-BE49-F238E27FC236}">
                      <a16:creationId xmlns:a16="http://schemas.microsoft.com/office/drawing/2014/main" id="{074FBEF7-5817-F567-E966-7A0E6A6B8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1" name="Straight Connector 2980">
                  <a:extLst>
                    <a:ext uri="{FF2B5EF4-FFF2-40B4-BE49-F238E27FC236}">
                      <a16:creationId xmlns:a16="http://schemas.microsoft.com/office/drawing/2014/main" id="{38E1AB43-7E07-7964-E8BD-538684558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2" name="Straight Connector 2981">
                  <a:extLst>
                    <a:ext uri="{FF2B5EF4-FFF2-40B4-BE49-F238E27FC236}">
                      <a16:creationId xmlns:a16="http://schemas.microsoft.com/office/drawing/2014/main" id="{2A0E372F-DDB8-B792-05DB-7BE0BECEA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3" name="Straight Connector 2982">
                  <a:extLst>
                    <a:ext uri="{FF2B5EF4-FFF2-40B4-BE49-F238E27FC236}">
                      <a16:creationId xmlns:a16="http://schemas.microsoft.com/office/drawing/2014/main" id="{F39742C9-DB73-35EA-AE53-B3D0A86ED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4" name="Straight Connector 2983">
                  <a:extLst>
                    <a:ext uri="{FF2B5EF4-FFF2-40B4-BE49-F238E27FC236}">
                      <a16:creationId xmlns:a16="http://schemas.microsoft.com/office/drawing/2014/main" id="{5E57BF2F-3D35-124A-FC1D-AC6773622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987" name="Rectangle: Rounded Corners 2986">
                <a:extLst>
                  <a:ext uri="{FF2B5EF4-FFF2-40B4-BE49-F238E27FC236}">
                    <a16:creationId xmlns:a16="http://schemas.microsoft.com/office/drawing/2014/main" id="{30D5F3A3-3ADD-85DB-E26E-63EA7C4657DD}"/>
                  </a:ext>
                </a:extLst>
              </p:cNvPr>
              <p:cNvSpPr/>
              <p:nvPr/>
            </p:nvSpPr>
            <p:spPr>
              <a:xfrm>
                <a:off x="10698956" y="3579019"/>
                <a:ext cx="121444" cy="62485"/>
              </a:xfrm>
              <a:prstGeom prst="roundRect">
                <a:avLst>
                  <a:gd name="adj" fmla="val 12230"/>
                </a:avLst>
              </a:prstGeom>
              <a:solidFill>
                <a:schemeClr val="bg1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93" name="Group 2992">
              <a:extLst>
                <a:ext uri="{FF2B5EF4-FFF2-40B4-BE49-F238E27FC236}">
                  <a16:creationId xmlns:a16="http://schemas.microsoft.com/office/drawing/2014/main" id="{CA0F799A-3DDA-D9CE-58B5-92D43D1AF274}"/>
                </a:ext>
              </a:extLst>
            </p:cNvPr>
            <p:cNvGrpSpPr/>
            <p:nvPr/>
          </p:nvGrpSpPr>
          <p:grpSpPr>
            <a:xfrm rot="16200000">
              <a:off x="11022662" y="4070587"/>
              <a:ext cx="91390" cy="97814"/>
              <a:chOff x="10945983" y="4051537"/>
              <a:chExt cx="91390" cy="97814"/>
            </a:xfrm>
            <a:solidFill>
              <a:srgbClr val="FF0000"/>
            </a:solidFill>
          </p:grpSpPr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12ACB577-3E09-3730-9B70-4F03FC5C8255}"/>
                  </a:ext>
                </a:extLst>
              </p:cNvPr>
              <p:cNvSpPr/>
              <p:nvPr/>
            </p:nvSpPr>
            <p:spPr>
              <a:xfrm rot="16200000">
                <a:off x="10945984" y="4053996"/>
                <a:ext cx="91388" cy="9139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991" name="Rectangle: Rounded Corners 2990">
                <a:extLst>
                  <a:ext uri="{FF2B5EF4-FFF2-40B4-BE49-F238E27FC236}">
                    <a16:creationId xmlns:a16="http://schemas.microsoft.com/office/drawing/2014/main" id="{BA46D379-9EBF-5C79-9334-3A59E1AE7FA4}"/>
                  </a:ext>
                </a:extLst>
              </p:cNvPr>
              <p:cNvSpPr/>
              <p:nvPr/>
            </p:nvSpPr>
            <p:spPr>
              <a:xfrm rot="16200000">
                <a:off x="10942771" y="4083218"/>
                <a:ext cx="97814" cy="34451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94" name="Oval 2993">
              <a:extLst>
                <a:ext uri="{FF2B5EF4-FFF2-40B4-BE49-F238E27FC236}">
                  <a16:creationId xmlns:a16="http://schemas.microsoft.com/office/drawing/2014/main" id="{42EDAD66-2AA2-1611-2391-B401AC88DB8C}"/>
                </a:ext>
              </a:extLst>
            </p:cNvPr>
            <p:cNvSpPr/>
            <p:nvPr/>
          </p:nvSpPr>
          <p:spPr>
            <a:xfrm>
              <a:off x="11071972" y="4607644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6" name="Oval 2995">
              <a:extLst>
                <a:ext uri="{FF2B5EF4-FFF2-40B4-BE49-F238E27FC236}">
                  <a16:creationId xmlns:a16="http://schemas.microsoft.com/office/drawing/2014/main" id="{40A779A7-D699-D27F-66C8-0E2882D6AE98}"/>
                </a:ext>
              </a:extLst>
            </p:cNvPr>
            <p:cNvSpPr/>
            <p:nvPr/>
          </p:nvSpPr>
          <p:spPr>
            <a:xfrm>
              <a:off x="11071972" y="4687416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7" name="Oval 2996">
              <a:extLst>
                <a:ext uri="{FF2B5EF4-FFF2-40B4-BE49-F238E27FC236}">
                  <a16:creationId xmlns:a16="http://schemas.microsoft.com/office/drawing/2014/main" id="{65D4E320-EDA1-195C-45F1-9FADCD6BC2A7}"/>
                </a:ext>
              </a:extLst>
            </p:cNvPr>
            <p:cNvSpPr/>
            <p:nvPr/>
          </p:nvSpPr>
          <p:spPr>
            <a:xfrm>
              <a:off x="11071972" y="4527872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015" name="Group 3014">
              <a:extLst>
                <a:ext uri="{FF2B5EF4-FFF2-40B4-BE49-F238E27FC236}">
                  <a16:creationId xmlns:a16="http://schemas.microsoft.com/office/drawing/2014/main" id="{7324E88C-C6A0-1EDC-09BA-E590A4F2A3D8}"/>
                </a:ext>
              </a:extLst>
            </p:cNvPr>
            <p:cNvGrpSpPr/>
            <p:nvPr/>
          </p:nvGrpSpPr>
          <p:grpSpPr>
            <a:xfrm>
              <a:off x="10906125" y="4550518"/>
              <a:ext cx="114714" cy="157164"/>
              <a:chOff x="10881138" y="4550518"/>
              <a:chExt cx="136525" cy="157164"/>
            </a:xfrm>
          </p:grpSpPr>
          <p:cxnSp>
            <p:nvCxnSpPr>
              <p:cNvPr id="2998" name="Straight Connector 2997">
                <a:extLst>
                  <a:ext uri="{FF2B5EF4-FFF2-40B4-BE49-F238E27FC236}">
                    <a16:creationId xmlns:a16="http://schemas.microsoft.com/office/drawing/2014/main" id="{420ECFE4-0031-B5DF-7ADE-BD03EEDB3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550518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99" name="Straight Connector 2998">
                <a:extLst>
                  <a:ext uri="{FF2B5EF4-FFF2-40B4-BE49-F238E27FC236}">
                    <a16:creationId xmlns:a16="http://schemas.microsoft.com/office/drawing/2014/main" id="{55550AC7-3672-2404-E7B9-52D1ED50D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629100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14" name="Straight Connector 3013">
                <a:extLst>
                  <a:ext uri="{FF2B5EF4-FFF2-40B4-BE49-F238E27FC236}">
                    <a16:creationId xmlns:a16="http://schemas.microsoft.com/office/drawing/2014/main" id="{3DFE5DA3-31F1-44F8-7D54-84BAF1AAA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63" y="4707682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028" name="Rectangle: Rounded Corners 3027">
              <a:extLst>
                <a:ext uri="{FF2B5EF4-FFF2-40B4-BE49-F238E27FC236}">
                  <a16:creationId xmlns:a16="http://schemas.microsoft.com/office/drawing/2014/main" id="{7B5B2912-9F9A-6D9C-A4F2-977870B62442}"/>
                </a:ext>
              </a:extLst>
            </p:cNvPr>
            <p:cNvSpPr/>
            <p:nvPr/>
          </p:nvSpPr>
          <p:spPr>
            <a:xfrm>
              <a:off x="11033975" y="4814888"/>
              <a:ext cx="83289" cy="123824"/>
            </a:xfrm>
            <a:prstGeom prst="roundRect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cxnSp>
          <p:nvCxnSpPr>
            <p:cNvPr id="3041" name="Straight Connector 3040">
              <a:extLst>
                <a:ext uri="{FF2B5EF4-FFF2-40B4-BE49-F238E27FC236}">
                  <a16:creationId xmlns:a16="http://schemas.microsoft.com/office/drawing/2014/main" id="{211DC3C4-1D31-4604-C361-B3B8AD7A0D12}"/>
                </a:ext>
              </a:extLst>
            </p:cNvPr>
            <p:cNvCxnSpPr>
              <a:cxnSpLocks/>
            </p:cNvCxnSpPr>
            <p:nvPr/>
          </p:nvCxnSpPr>
          <p:spPr>
            <a:xfrm>
              <a:off x="9966772" y="47808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58" name="Straight Connector 3057">
              <a:extLst>
                <a:ext uri="{FF2B5EF4-FFF2-40B4-BE49-F238E27FC236}">
                  <a16:creationId xmlns:a16="http://schemas.microsoft.com/office/drawing/2014/main" id="{8B830844-1DB6-4C46-1190-8B926A45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780846"/>
              <a:ext cx="282128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rgbClr val="0070D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0" name="Straight Connector 3059">
              <a:extLst>
                <a:ext uri="{FF2B5EF4-FFF2-40B4-BE49-F238E27FC236}">
                  <a16:creationId xmlns:a16="http://schemas.microsoft.com/office/drawing/2014/main" id="{C1C32CBC-3EAD-FBBF-A635-7195A71A64E7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685596"/>
              <a:ext cx="210691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5" name="Straight Connector 3064">
              <a:extLst>
                <a:ext uri="{FF2B5EF4-FFF2-40B4-BE49-F238E27FC236}">
                  <a16:creationId xmlns:a16="http://schemas.microsoft.com/office/drawing/2014/main" id="{79774B98-0E85-4913-A33C-176F4B22F0E2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5903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101" name="Group 3100">
              <a:extLst>
                <a:ext uri="{FF2B5EF4-FFF2-40B4-BE49-F238E27FC236}">
                  <a16:creationId xmlns:a16="http://schemas.microsoft.com/office/drawing/2014/main" id="{60E4861C-BDFD-F965-4227-B21A73A1EE41}"/>
                </a:ext>
              </a:extLst>
            </p:cNvPr>
            <p:cNvGrpSpPr/>
            <p:nvPr/>
          </p:nvGrpSpPr>
          <p:grpSpPr>
            <a:xfrm>
              <a:off x="9996013" y="4592223"/>
              <a:ext cx="123633" cy="123633"/>
              <a:chOff x="9990587" y="4585080"/>
              <a:chExt cx="123633" cy="123633"/>
            </a:xfrm>
          </p:grpSpPr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6F158225-FF5C-9810-602F-448C8E7D8A23}"/>
                  </a:ext>
                </a:extLst>
              </p:cNvPr>
              <p:cNvSpPr/>
              <p:nvPr/>
            </p:nvSpPr>
            <p:spPr>
              <a:xfrm>
                <a:off x="10001000" y="4585080"/>
                <a:ext cx="113220" cy="116403"/>
              </a:xfrm>
              <a:custGeom>
                <a:avLst/>
                <a:gdLst>
                  <a:gd name="csX0" fmla="*/ 10193 w 113220"/>
                  <a:gd name="csY0" fmla="*/ 0 h 116403"/>
                  <a:gd name="csX1" fmla="*/ 92614 w 113220"/>
                  <a:gd name="csY1" fmla="*/ 0 h 116403"/>
                  <a:gd name="csX2" fmla="*/ 113220 w 113220"/>
                  <a:gd name="csY2" fmla="*/ 20606 h 116403"/>
                  <a:gd name="csX3" fmla="*/ 113220 w 113220"/>
                  <a:gd name="csY3" fmla="*/ 103027 h 116403"/>
                  <a:gd name="csX4" fmla="*/ 107680 w 113220"/>
                  <a:gd name="csY4" fmla="*/ 116403 h 116403"/>
                  <a:gd name="csX5" fmla="*/ 47228 w 113220"/>
                  <a:gd name="csY5" fmla="*/ 75645 h 116403"/>
                  <a:gd name="csX6" fmla="*/ 789 w 113220"/>
                  <a:gd name="csY6" fmla="*/ 6766 h 116403"/>
                  <a:gd name="csX7" fmla="*/ 0 w 113220"/>
                  <a:gd name="csY7" fmla="*/ 4223 h 116403"/>
                  <a:gd name="csX8" fmla="*/ 10193 w 113220"/>
                  <a:gd name="csY8" fmla="*/ 0 h 1164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3220" h="116403">
                    <a:moveTo>
                      <a:pt x="10193" y="0"/>
                    </a:moveTo>
                    <a:lnTo>
                      <a:pt x="92614" y="0"/>
                    </a:lnTo>
                    <a:cubicBezTo>
                      <a:pt x="103994" y="0"/>
                      <a:pt x="113220" y="9226"/>
                      <a:pt x="113220" y="20606"/>
                    </a:cubicBezTo>
                    <a:lnTo>
                      <a:pt x="113220" y="103027"/>
                    </a:lnTo>
                    <a:lnTo>
                      <a:pt x="107680" y="116403"/>
                    </a:lnTo>
                    <a:lnTo>
                      <a:pt x="47228" y="75645"/>
                    </a:lnTo>
                    <a:cubicBezTo>
                      <a:pt x="27621" y="56038"/>
                      <a:pt x="11754" y="32691"/>
                      <a:pt x="789" y="6766"/>
                    </a:cubicBezTo>
                    <a:lnTo>
                      <a:pt x="0" y="4223"/>
                    </a:lnTo>
                    <a:lnTo>
                      <a:pt x="10193" y="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7DAB7923-522E-58EF-A86D-FBD6E757A910}"/>
                  </a:ext>
                </a:extLst>
              </p:cNvPr>
              <p:cNvSpPr/>
              <p:nvPr/>
            </p:nvSpPr>
            <p:spPr>
              <a:xfrm>
                <a:off x="9990587" y="4589303"/>
                <a:ext cx="118093" cy="119410"/>
              </a:xfrm>
              <a:custGeom>
                <a:avLst/>
                <a:gdLst>
                  <a:gd name="csX0" fmla="*/ 10413 w 118093"/>
                  <a:gd name="csY0" fmla="*/ 0 h 119410"/>
                  <a:gd name="csX1" fmla="*/ 11202 w 118093"/>
                  <a:gd name="csY1" fmla="*/ 2543 h 119410"/>
                  <a:gd name="csX2" fmla="*/ 57641 w 118093"/>
                  <a:gd name="csY2" fmla="*/ 71422 h 119410"/>
                  <a:gd name="csX3" fmla="*/ 118093 w 118093"/>
                  <a:gd name="csY3" fmla="*/ 112180 h 119410"/>
                  <a:gd name="csX4" fmla="*/ 117598 w 118093"/>
                  <a:gd name="csY4" fmla="*/ 113375 h 119410"/>
                  <a:gd name="csX5" fmla="*/ 103027 w 118093"/>
                  <a:gd name="csY5" fmla="*/ 119410 h 119410"/>
                  <a:gd name="csX6" fmla="*/ 20606 w 118093"/>
                  <a:gd name="csY6" fmla="*/ 119410 h 119410"/>
                  <a:gd name="csX7" fmla="*/ 0 w 118093"/>
                  <a:gd name="csY7" fmla="*/ 98804 h 119410"/>
                  <a:gd name="csX8" fmla="*/ 0 w 118093"/>
                  <a:gd name="csY8" fmla="*/ 16383 h 119410"/>
                  <a:gd name="csX9" fmla="*/ 6036 w 118093"/>
                  <a:gd name="csY9" fmla="*/ 1813 h 119410"/>
                  <a:gd name="csX10" fmla="*/ 10413 w 118093"/>
                  <a:gd name="csY10" fmla="*/ 0 h 1194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18093" h="119410">
                    <a:moveTo>
                      <a:pt x="10413" y="0"/>
                    </a:moveTo>
                    <a:lnTo>
                      <a:pt x="11202" y="2543"/>
                    </a:lnTo>
                    <a:cubicBezTo>
                      <a:pt x="22167" y="28468"/>
                      <a:pt x="38034" y="51815"/>
                      <a:pt x="57641" y="71422"/>
                    </a:cubicBezTo>
                    <a:lnTo>
                      <a:pt x="118093" y="112180"/>
                    </a:lnTo>
                    <a:lnTo>
                      <a:pt x="117598" y="113375"/>
                    </a:lnTo>
                    <a:cubicBezTo>
                      <a:pt x="113869" y="117104"/>
                      <a:pt x="108717" y="119410"/>
                      <a:pt x="103027" y="119410"/>
                    </a:cubicBezTo>
                    <a:lnTo>
                      <a:pt x="20606" y="119410"/>
                    </a:lnTo>
                    <a:cubicBezTo>
                      <a:pt x="9226" y="119410"/>
                      <a:pt x="0" y="110184"/>
                      <a:pt x="0" y="98804"/>
                    </a:cubicBezTo>
                    <a:lnTo>
                      <a:pt x="0" y="16383"/>
                    </a:lnTo>
                    <a:cubicBezTo>
                      <a:pt x="0" y="10693"/>
                      <a:pt x="2307" y="5542"/>
                      <a:pt x="6036" y="1813"/>
                    </a:cubicBezTo>
                    <a:lnTo>
                      <a:pt x="10413" y="0"/>
                    </a:lnTo>
                    <a:close/>
                  </a:path>
                </a:pathLst>
              </a:custGeom>
              <a:solidFill>
                <a:srgbClr val="B5BB42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862" name="Rectangle 2861">
            <a:extLst>
              <a:ext uri="{FF2B5EF4-FFF2-40B4-BE49-F238E27FC236}">
                <a16:creationId xmlns:a16="http://schemas.microsoft.com/office/drawing/2014/main" id="{01A7762B-BF40-3343-BD37-A32E93EE3967}"/>
              </a:ext>
            </a:extLst>
          </p:cNvPr>
          <p:cNvSpPr/>
          <p:nvPr/>
        </p:nvSpPr>
        <p:spPr>
          <a:xfrm>
            <a:off x="10751959" y="2249310"/>
            <a:ext cx="8490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Oxidation flow reactor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275" name="Rectangle 3274">
            <a:extLst>
              <a:ext uri="{FF2B5EF4-FFF2-40B4-BE49-F238E27FC236}">
                <a16:creationId xmlns:a16="http://schemas.microsoft.com/office/drawing/2014/main" id="{45BA7229-BBF4-FA9E-714D-9B07EF234251}"/>
              </a:ext>
            </a:extLst>
          </p:cNvPr>
          <p:cNvSpPr/>
          <p:nvPr/>
        </p:nvSpPr>
        <p:spPr>
          <a:xfrm>
            <a:off x="4094532" y="5258316"/>
            <a:ext cx="143753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Bipolar mass spectrometer VOCUS</a:t>
            </a:r>
          </a:p>
        </p:txBody>
      </p:sp>
      <p:grpSp>
        <p:nvGrpSpPr>
          <p:cNvPr id="3332" name="Group 3331">
            <a:extLst>
              <a:ext uri="{FF2B5EF4-FFF2-40B4-BE49-F238E27FC236}">
                <a16:creationId xmlns:a16="http://schemas.microsoft.com/office/drawing/2014/main" id="{4534736A-6F4A-4C5A-56FF-22B7835346B6}"/>
              </a:ext>
            </a:extLst>
          </p:cNvPr>
          <p:cNvGrpSpPr/>
          <p:nvPr/>
        </p:nvGrpSpPr>
        <p:grpSpPr>
          <a:xfrm>
            <a:off x="4278054" y="3263074"/>
            <a:ext cx="1070492" cy="1965598"/>
            <a:chOff x="3529382" y="3263074"/>
            <a:chExt cx="1070492" cy="1965598"/>
          </a:xfrm>
        </p:grpSpPr>
        <p:grpSp>
          <p:nvGrpSpPr>
            <p:cNvPr id="3306" name="Group 3305">
              <a:extLst>
                <a:ext uri="{FF2B5EF4-FFF2-40B4-BE49-F238E27FC236}">
                  <a16:creationId xmlns:a16="http://schemas.microsoft.com/office/drawing/2014/main" id="{D5ACDFF0-9255-5ACA-8BB0-7FA7CE55452F}"/>
                </a:ext>
              </a:extLst>
            </p:cNvPr>
            <p:cNvGrpSpPr/>
            <p:nvPr/>
          </p:nvGrpSpPr>
          <p:grpSpPr>
            <a:xfrm>
              <a:off x="4511250" y="5105906"/>
              <a:ext cx="88624" cy="122766"/>
              <a:chOff x="4458098" y="5105906"/>
              <a:chExt cx="88624" cy="122766"/>
            </a:xfrm>
          </p:grpSpPr>
          <p:sp>
            <p:nvSpPr>
              <p:cNvPr id="3307" name="Oval 3306">
                <a:extLst>
                  <a:ext uri="{FF2B5EF4-FFF2-40B4-BE49-F238E27FC236}">
                    <a16:creationId xmlns:a16="http://schemas.microsoft.com/office/drawing/2014/main" id="{B6445089-7C25-F83D-5E63-5979C647473C}"/>
                  </a:ext>
                </a:extLst>
              </p:cNvPr>
              <p:cNvSpPr/>
              <p:nvPr/>
            </p:nvSpPr>
            <p:spPr>
              <a:xfrm>
                <a:off x="4465501" y="5182953"/>
                <a:ext cx="73819" cy="45719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308" name="Rectangle: Rounded Corners 3307">
                <a:extLst>
                  <a:ext uri="{FF2B5EF4-FFF2-40B4-BE49-F238E27FC236}">
                    <a16:creationId xmlns:a16="http://schemas.microsoft.com/office/drawing/2014/main" id="{9FD19F5A-1D99-0397-2560-9E990E3A5FE5}"/>
                  </a:ext>
                </a:extLst>
              </p:cNvPr>
              <p:cNvSpPr/>
              <p:nvPr/>
            </p:nvSpPr>
            <p:spPr>
              <a:xfrm>
                <a:off x="4458098" y="5105906"/>
                <a:ext cx="88624" cy="101888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302" name="Oval 3301">
              <a:extLst>
                <a:ext uri="{FF2B5EF4-FFF2-40B4-BE49-F238E27FC236}">
                  <a16:creationId xmlns:a16="http://schemas.microsoft.com/office/drawing/2014/main" id="{D2AA2779-E633-2AC2-01AE-D9730FA487F1}"/>
                </a:ext>
              </a:extLst>
            </p:cNvPr>
            <p:cNvSpPr/>
            <p:nvPr/>
          </p:nvSpPr>
          <p:spPr>
            <a:xfrm>
              <a:off x="3536785" y="5182953"/>
              <a:ext cx="73819" cy="4571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7" name="Rectangle: Rounded Corners 3266">
              <a:extLst>
                <a:ext uri="{FF2B5EF4-FFF2-40B4-BE49-F238E27FC236}">
                  <a16:creationId xmlns:a16="http://schemas.microsoft.com/office/drawing/2014/main" id="{9ABFA640-3183-8A63-0677-434B6CC71FAD}"/>
                </a:ext>
              </a:extLst>
            </p:cNvPr>
            <p:cNvSpPr/>
            <p:nvPr/>
          </p:nvSpPr>
          <p:spPr>
            <a:xfrm>
              <a:off x="3529382" y="5105906"/>
              <a:ext cx="88624" cy="101888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65" name="Rectangle: Rounded Corners 3164">
              <a:extLst>
                <a:ext uri="{FF2B5EF4-FFF2-40B4-BE49-F238E27FC236}">
                  <a16:creationId xmlns:a16="http://schemas.microsoft.com/office/drawing/2014/main" id="{9097D5EE-71DB-9413-0798-49BE9AECC690}"/>
                </a:ext>
              </a:extLst>
            </p:cNvPr>
            <p:cNvSpPr/>
            <p:nvPr/>
          </p:nvSpPr>
          <p:spPr>
            <a:xfrm>
              <a:off x="3610976" y="3303106"/>
              <a:ext cx="901493" cy="1803923"/>
            </a:xfrm>
            <a:prstGeom prst="roundRect">
              <a:avLst>
                <a:gd name="adj" fmla="val 3485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solidFill>
                  <a:schemeClr val="lt1"/>
                </a:solidFill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245" name="Rectangle 3244">
              <a:extLst>
                <a:ext uri="{FF2B5EF4-FFF2-40B4-BE49-F238E27FC236}">
                  <a16:creationId xmlns:a16="http://schemas.microsoft.com/office/drawing/2014/main" id="{E49B6E76-CAF3-9F91-C8F3-706836FD902F}"/>
                </a:ext>
              </a:extLst>
            </p:cNvPr>
            <p:cNvSpPr/>
            <p:nvPr/>
          </p:nvSpPr>
          <p:spPr>
            <a:xfrm>
              <a:off x="3583735" y="3704035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73" name="Freeform: Shape 3172">
              <a:extLst>
                <a:ext uri="{FF2B5EF4-FFF2-40B4-BE49-F238E27FC236}">
                  <a16:creationId xmlns:a16="http://schemas.microsoft.com/office/drawing/2014/main" id="{522C79D2-CE6B-AC10-AE8A-359763D19FDF}"/>
                </a:ext>
              </a:extLst>
            </p:cNvPr>
            <p:cNvSpPr/>
            <p:nvPr/>
          </p:nvSpPr>
          <p:spPr>
            <a:xfrm>
              <a:off x="3603256" y="3906801"/>
              <a:ext cx="924294" cy="285829"/>
            </a:xfrm>
            <a:custGeom>
              <a:avLst/>
              <a:gdLst>
                <a:gd name="csX0" fmla="*/ 0 w 1035050"/>
                <a:gd name="csY0" fmla="*/ 320079 h 320079"/>
                <a:gd name="csX1" fmla="*/ 400050 w 1035050"/>
                <a:gd name="csY1" fmla="*/ 231179 h 320079"/>
                <a:gd name="csX2" fmla="*/ 700617 w 1035050"/>
                <a:gd name="csY2" fmla="*/ 17396 h 320079"/>
                <a:gd name="csX3" fmla="*/ 1035050 w 1035050"/>
                <a:gd name="csY3" fmla="*/ 27979 h 320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35050" h="320079">
                  <a:moveTo>
                    <a:pt x="0" y="320079"/>
                  </a:moveTo>
                  <a:cubicBezTo>
                    <a:pt x="141640" y="300852"/>
                    <a:pt x="283281" y="281626"/>
                    <a:pt x="400050" y="231179"/>
                  </a:cubicBezTo>
                  <a:cubicBezTo>
                    <a:pt x="516819" y="180732"/>
                    <a:pt x="594784" y="51263"/>
                    <a:pt x="700617" y="17396"/>
                  </a:cubicBezTo>
                  <a:cubicBezTo>
                    <a:pt x="806450" y="-16471"/>
                    <a:pt x="920750" y="5754"/>
                    <a:pt x="1035050" y="27979"/>
                  </a:cubicBezTo>
                </a:path>
              </a:pathLst>
            </a:custGeom>
            <a:noFill/>
            <a:ln w="15875" cap="rnd">
              <a:solidFill>
                <a:srgbClr val="F6B803"/>
              </a:solidFill>
              <a:prstDash val="solid"/>
              <a:round/>
            </a:ln>
          </p:spPr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9" name="Rectangle 3158">
              <a:extLst>
                <a:ext uri="{FF2B5EF4-FFF2-40B4-BE49-F238E27FC236}">
                  <a16:creationId xmlns:a16="http://schemas.microsoft.com/office/drawing/2014/main" id="{AF026752-B8D7-20D9-2F5B-5700D4BC7162}"/>
                </a:ext>
              </a:extLst>
            </p:cNvPr>
            <p:cNvSpPr>
              <a:spLocks/>
            </p:cNvSpPr>
            <p:nvPr/>
          </p:nvSpPr>
          <p:spPr>
            <a:xfrm>
              <a:off x="3583735" y="5109375"/>
              <a:ext cx="953042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8" name="Rectangle 3107">
              <a:extLst>
                <a:ext uri="{FF2B5EF4-FFF2-40B4-BE49-F238E27FC236}">
                  <a16:creationId xmlns:a16="http://schemas.microsoft.com/office/drawing/2014/main" id="{ADFBA96A-88DE-1B7F-751D-37917D041932}"/>
                </a:ext>
              </a:extLst>
            </p:cNvPr>
            <p:cNvSpPr/>
            <p:nvPr/>
          </p:nvSpPr>
          <p:spPr>
            <a:xfrm>
              <a:off x="4497257" y="333039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9" name="Rectangle 3108">
              <a:extLst>
                <a:ext uri="{FF2B5EF4-FFF2-40B4-BE49-F238E27FC236}">
                  <a16:creationId xmlns:a16="http://schemas.microsoft.com/office/drawing/2014/main" id="{CAAC9351-32FF-402E-8D6D-FF79B28B0E88}"/>
                </a:ext>
              </a:extLst>
            </p:cNvPr>
            <p:cNvSpPr/>
            <p:nvPr/>
          </p:nvSpPr>
          <p:spPr>
            <a:xfrm>
              <a:off x="3583735" y="333139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0" name="Rectangle 3109">
              <a:extLst>
                <a:ext uri="{FF2B5EF4-FFF2-40B4-BE49-F238E27FC236}">
                  <a16:creationId xmlns:a16="http://schemas.microsoft.com/office/drawing/2014/main" id="{9DCD6E6B-45A5-A039-058C-A548081B69D9}"/>
                </a:ext>
              </a:extLst>
            </p:cNvPr>
            <p:cNvSpPr/>
            <p:nvPr/>
          </p:nvSpPr>
          <p:spPr>
            <a:xfrm>
              <a:off x="3583735" y="3284934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3" name="Rectangle 3112">
              <a:extLst>
                <a:ext uri="{FF2B5EF4-FFF2-40B4-BE49-F238E27FC236}">
                  <a16:creationId xmlns:a16="http://schemas.microsoft.com/office/drawing/2014/main" id="{AC53A888-625B-A133-097D-4F3D1254E3F0}"/>
                </a:ext>
              </a:extLst>
            </p:cNvPr>
            <p:cNvSpPr/>
            <p:nvPr/>
          </p:nvSpPr>
          <p:spPr>
            <a:xfrm>
              <a:off x="4496209" y="328493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0" name="Rectangle: Rounded Corners 3119">
              <a:extLst>
                <a:ext uri="{FF2B5EF4-FFF2-40B4-BE49-F238E27FC236}">
                  <a16:creationId xmlns:a16="http://schemas.microsoft.com/office/drawing/2014/main" id="{640CE64B-67F4-19C5-9543-9D7278B6C36D}"/>
                </a:ext>
              </a:extLst>
            </p:cNvPr>
            <p:cNvSpPr/>
            <p:nvPr/>
          </p:nvSpPr>
          <p:spPr>
            <a:xfrm>
              <a:off x="3571689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1" name="Rectangle: Rounded Corners 3120">
              <a:extLst>
                <a:ext uri="{FF2B5EF4-FFF2-40B4-BE49-F238E27FC236}">
                  <a16:creationId xmlns:a16="http://schemas.microsoft.com/office/drawing/2014/main" id="{596D120B-2C3E-2890-2D3C-CF9C96706ADD}"/>
                </a:ext>
              </a:extLst>
            </p:cNvPr>
            <p:cNvSpPr/>
            <p:nvPr/>
          </p:nvSpPr>
          <p:spPr>
            <a:xfrm>
              <a:off x="4476566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2" name="Rectangle: Rounded Corners 3121">
              <a:extLst>
                <a:ext uri="{FF2B5EF4-FFF2-40B4-BE49-F238E27FC236}">
                  <a16:creationId xmlns:a16="http://schemas.microsoft.com/office/drawing/2014/main" id="{4A28F67B-EADB-596F-2EDF-B0850899A37E}"/>
                </a:ext>
              </a:extLst>
            </p:cNvPr>
            <p:cNvSpPr/>
            <p:nvPr/>
          </p:nvSpPr>
          <p:spPr>
            <a:xfrm>
              <a:off x="3571688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23" name="Rectangle: Rounded Corners 3122">
              <a:extLst>
                <a:ext uri="{FF2B5EF4-FFF2-40B4-BE49-F238E27FC236}">
                  <a16:creationId xmlns:a16="http://schemas.microsoft.com/office/drawing/2014/main" id="{A081FB53-5F1A-8081-65AC-F27D5EB5E66E}"/>
                </a:ext>
              </a:extLst>
            </p:cNvPr>
            <p:cNvSpPr/>
            <p:nvPr/>
          </p:nvSpPr>
          <p:spPr>
            <a:xfrm>
              <a:off x="4476565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3170" name="Group 3169">
              <a:extLst>
                <a:ext uri="{FF2B5EF4-FFF2-40B4-BE49-F238E27FC236}">
                  <a16:creationId xmlns:a16="http://schemas.microsoft.com/office/drawing/2014/main" id="{D807ABA3-254A-B75B-548C-DC67EC04F2D3}"/>
                </a:ext>
              </a:extLst>
            </p:cNvPr>
            <p:cNvGrpSpPr/>
            <p:nvPr/>
          </p:nvGrpSpPr>
          <p:grpSpPr>
            <a:xfrm>
              <a:off x="4212219" y="4306292"/>
              <a:ext cx="171029" cy="171029"/>
              <a:chOff x="2531533" y="5668433"/>
              <a:chExt cx="220134" cy="220134"/>
            </a:xfrm>
          </p:grpSpPr>
          <p:sp>
            <p:nvSpPr>
              <p:cNvPr id="3166" name="Oval 3165">
                <a:extLst>
                  <a:ext uri="{FF2B5EF4-FFF2-40B4-BE49-F238E27FC236}">
                    <a16:creationId xmlns:a16="http://schemas.microsoft.com/office/drawing/2014/main" id="{CDD8239A-0F42-E479-B1E4-9911EA49E537}"/>
                  </a:ext>
                </a:extLst>
              </p:cNvPr>
              <p:cNvSpPr/>
              <p:nvPr/>
            </p:nvSpPr>
            <p:spPr>
              <a:xfrm>
                <a:off x="2531533" y="5668433"/>
                <a:ext cx="220134" cy="220134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69" name="Oval 3168">
                <a:extLst>
                  <a:ext uri="{FF2B5EF4-FFF2-40B4-BE49-F238E27FC236}">
                    <a16:creationId xmlns:a16="http://schemas.microsoft.com/office/drawing/2014/main" id="{CC3627CA-1B01-3BA3-0E61-0DD36AB04080}"/>
                  </a:ext>
                </a:extLst>
              </p:cNvPr>
              <p:cNvSpPr/>
              <p:nvPr/>
            </p:nvSpPr>
            <p:spPr>
              <a:xfrm>
                <a:off x="2617788" y="5754689"/>
                <a:ext cx="47624" cy="47622"/>
              </a:xfrm>
              <a:prstGeom prst="ellipse">
                <a:avLst/>
              </a:pr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</p:grpSp>
        <p:cxnSp>
          <p:nvCxnSpPr>
            <p:cNvPr id="3172" name="Straight Connector 3171">
              <a:extLst>
                <a:ext uri="{FF2B5EF4-FFF2-40B4-BE49-F238E27FC236}">
                  <a16:creationId xmlns:a16="http://schemas.microsoft.com/office/drawing/2014/main" id="{5E549C11-E977-46A6-862D-8A0F37336311}"/>
                </a:ext>
              </a:extLst>
            </p:cNvPr>
            <p:cNvCxnSpPr>
              <a:cxnSpLocks/>
            </p:cNvCxnSpPr>
            <p:nvPr/>
          </p:nvCxnSpPr>
          <p:spPr>
            <a:xfrm>
              <a:off x="4242121" y="4049595"/>
              <a:ext cx="139379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grpSp>
          <p:nvGrpSpPr>
            <p:cNvPr id="3244" name="Group 3243">
              <a:extLst>
                <a:ext uri="{FF2B5EF4-FFF2-40B4-BE49-F238E27FC236}">
                  <a16:creationId xmlns:a16="http://schemas.microsoft.com/office/drawing/2014/main" id="{86A0ED46-DEAB-AFE3-7323-441CA11EC104}"/>
                </a:ext>
              </a:extLst>
            </p:cNvPr>
            <p:cNvGrpSpPr/>
            <p:nvPr/>
          </p:nvGrpSpPr>
          <p:grpSpPr>
            <a:xfrm>
              <a:off x="3740639" y="4908112"/>
              <a:ext cx="659148" cy="133019"/>
              <a:chOff x="2107152" y="6637924"/>
              <a:chExt cx="753155" cy="151992"/>
            </a:xfrm>
          </p:grpSpPr>
          <p:grpSp>
            <p:nvGrpSpPr>
              <p:cNvPr id="3242" name="Group 3241">
                <a:extLst>
                  <a:ext uri="{FF2B5EF4-FFF2-40B4-BE49-F238E27FC236}">
                    <a16:creationId xmlns:a16="http://schemas.microsoft.com/office/drawing/2014/main" id="{67B1C64B-FE6E-C709-A715-DE725EF7DA4D}"/>
                  </a:ext>
                </a:extLst>
              </p:cNvPr>
              <p:cNvGrpSpPr/>
              <p:nvPr/>
            </p:nvGrpSpPr>
            <p:grpSpPr>
              <a:xfrm>
                <a:off x="2107152" y="6637924"/>
                <a:ext cx="753155" cy="26605"/>
                <a:chOff x="4272953" y="5598115"/>
                <a:chExt cx="753115" cy="26605"/>
              </a:xfrm>
            </p:grpSpPr>
            <p:sp>
              <p:nvSpPr>
                <p:cNvPr id="3179" name="Oval 3178">
                  <a:extLst>
                    <a:ext uri="{FF2B5EF4-FFF2-40B4-BE49-F238E27FC236}">
                      <a16:creationId xmlns:a16="http://schemas.microsoft.com/office/drawing/2014/main" id="{26DDFA1E-95C5-651D-76B3-2D944E6F8E6A}"/>
                    </a:ext>
                  </a:extLst>
                </p:cNvPr>
                <p:cNvSpPr/>
                <p:nvPr/>
              </p:nvSpPr>
              <p:spPr>
                <a:xfrm>
                  <a:off x="427295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0" name="Oval 3179">
                  <a:extLst>
                    <a:ext uri="{FF2B5EF4-FFF2-40B4-BE49-F238E27FC236}">
                      <a16:creationId xmlns:a16="http://schemas.microsoft.com/office/drawing/2014/main" id="{0533413B-F642-5A31-5043-E05FF2C30C12}"/>
                    </a:ext>
                  </a:extLst>
                </p:cNvPr>
                <p:cNvSpPr/>
                <p:nvPr/>
              </p:nvSpPr>
              <p:spPr>
                <a:xfrm>
                  <a:off x="433350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1" name="Oval 3180">
                  <a:extLst>
                    <a:ext uri="{FF2B5EF4-FFF2-40B4-BE49-F238E27FC236}">
                      <a16:creationId xmlns:a16="http://schemas.microsoft.com/office/drawing/2014/main" id="{07FDE082-9E94-3911-3D5B-4469E5F6F067}"/>
                    </a:ext>
                  </a:extLst>
                </p:cNvPr>
                <p:cNvSpPr/>
                <p:nvPr/>
              </p:nvSpPr>
              <p:spPr>
                <a:xfrm>
                  <a:off x="4394046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4" name="Oval 3183">
                  <a:extLst>
                    <a:ext uri="{FF2B5EF4-FFF2-40B4-BE49-F238E27FC236}">
                      <a16:creationId xmlns:a16="http://schemas.microsoft.com/office/drawing/2014/main" id="{BB53F53A-7EEA-442A-7572-BF7D023F1DE0}"/>
                    </a:ext>
                  </a:extLst>
                </p:cNvPr>
                <p:cNvSpPr/>
                <p:nvPr/>
              </p:nvSpPr>
              <p:spPr>
                <a:xfrm>
                  <a:off x="445459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5" name="Oval 3184">
                  <a:extLst>
                    <a:ext uri="{FF2B5EF4-FFF2-40B4-BE49-F238E27FC236}">
                      <a16:creationId xmlns:a16="http://schemas.microsoft.com/office/drawing/2014/main" id="{9BC1380D-89E4-93FC-770C-10F373F62893}"/>
                    </a:ext>
                  </a:extLst>
                </p:cNvPr>
                <p:cNvSpPr/>
                <p:nvPr/>
              </p:nvSpPr>
              <p:spPr>
                <a:xfrm>
                  <a:off x="4515139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8" name="Oval 3187">
                  <a:extLst>
                    <a:ext uri="{FF2B5EF4-FFF2-40B4-BE49-F238E27FC236}">
                      <a16:creationId xmlns:a16="http://schemas.microsoft.com/office/drawing/2014/main" id="{BD3813D6-BD27-E57E-7974-BCE49B38F9D7}"/>
                    </a:ext>
                  </a:extLst>
                </p:cNvPr>
                <p:cNvSpPr/>
                <p:nvPr/>
              </p:nvSpPr>
              <p:spPr>
                <a:xfrm>
                  <a:off x="457568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9" name="Oval 3188">
                  <a:extLst>
                    <a:ext uri="{FF2B5EF4-FFF2-40B4-BE49-F238E27FC236}">
                      <a16:creationId xmlns:a16="http://schemas.microsoft.com/office/drawing/2014/main" id="{4131FE12-9FCF-DCE6-316F-742426628EC0}"/>
                    </a:ext>
                  </a:extLst>
                </p:cNvPr>
                <p:cNvSpPr/>
                <p:nvPr/>
              </p:nvSpPr>
              <p:spPr>
                <a:xfrm>
                  <a:off x="463622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2" name="Oval 3191">
                  <a:extLst>
                    <a:ext uri="{FF2B5EF4-FFF2-40B4-BE49-F238E27FC236}">
                      <a16:creationId xmlns:a16="http://schemas.microsoft.com/office/drawing/2014/main" id="{3710ECCC-252A-F5E3-BFC6-4C1FF11B3A0C}"/>
                    </a:ext>
                  </a:extLst>
                </p:cNvPr>
                <p:cNvSpPr/>
                <p:nvPr/>
              </p:nvSpPr>
              <p:spPr>
                <a:xfrm>
                  <a:off x="469676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3" name="Oval 3192">
                  <a:extLst>
                    <a:ext uri="{FF2B5EF4-FFF2-40B4-BE49-F238E27FC236}">
                      <a16:creationId xmlns:a16="http://schemas.microsoft.com/office/drawing/2014/main" id="{0B9EB27F-C008-C57D-9D25-8C51E55CCE1C}"/>
                    </a:ext>
                  </a:extLst>
                </p:cNvPr>
                <p:cNvSpPr/>
                <p:nvPr/>
              </p:nvSpPr>
              <p:spPr>
                <a:xfrm>
                  <a:off x="4757305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6" name="Oval 3195">
                  <a:extLst>
                    <a:ext uri="{FF2B5EF4-FFF2-40B4-BE49-F238E27FC236}">
                      <a16:creationId xmlns:a16="http://schemas.microsoft.com/office/drawing/2014/main" id="{7707E76B-A6CB-7F63-D042-19BFF41DB10C}"/>
                    </a:ext>
                  </a:extLst>
                </p:cNvPr>
                <p:cNvSpPr/>
                <p:nvPr/>
              </p:nvSpPr>
              <p:spPr>
                <a:xfrm>
                  <a:off x="4817860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7" name="Oval 3196">
                  <a:extLst>
                    <a:ext uri="{FF2B5EF4-FFF2-40B4-BE49-F238E27FC236}">
                      <a16:creationId xmlns:a16="http://schemas.microsoft.com/office/drawing/2014/main" id="{E637CD61-9E4E-B63A-5C24-632B6F6E9AA4}"/>
                    </a:ext>
                  </a:extLst>
                </p:cNvPr>
                <p:cNvSpPr/>
                <p:nvPr/>
              </p:nvSpPr>
              <p:spPr>
                <a:xfrm>
                  <a:off x="487841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0" name="Oval 3199">
                  <a:extLst>
                    <a:ext uri="{FF2B5EF4-FFF2-40B4-BE49-F238E27FC236}">
                      <a16:creationId xmlns:a16="http://schemas.microsoft.com/office/drawing/2014/main" id="{7E00B732-C98F-1836-6DB1-2E371D8770C5}"/>
                    </a:ext>
                  </a:extLst>
                </p:cNvPr>
                <p:cNvSpPr/>
                <p:nvPr/>
              </p:nvSpPr>
              <p:spPr>
                <a:xfrm>
                  <a:off x="4938938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1" name="Oval 3200">
                  <a:extLst>
                    <a:ext uri="{FF2B5EF4-FFF2-40B4-BE49-F238E27FC236}">
                      <a16:creationId xmlns:a16="http://schemas.microsoft.com/office/drawing/2014/main" id="{ECDAFB12-AA9E-D820-929A-E2F2BD64C5FB}"/>
                    </a:ext>
                  </a:extLst>
                </p:cNvPr>
                <p:cNvSpPr/>
                <p:nvPr/>
              </p:nvSpPr>
              <p:spPr>
                <a:xfrm>
                  <a:off x="499946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1" name="Group 3240">
                <a:extLst>
                  <a:ext uri="{FF2B5EF4-FFF2-40B4-BE49-F238E27FC236}">
                    <a16:creationId xmlns:a16="http://schemas.microsoft.com/office/drawing/2014/main" id="{D4724B8E-18E5-3129-53EC-3075323F88E2}"/>
                  </a:ext>
                </a:extLst>
              </p:cNvPr>
              <p:cNvGrpSpPr/>
              <p:nvPr/>
            </p:nvGrpSpPr>
            <p:grpSpPr>
              <a:xfrm>
                <a:off x="2107152" y="6700595"/>
                <a:ext cx="753155" cy="26605"/>
                <a:chOff x="4272953" y="5664790"/>
                <a:chExt cx="753115" cy="26605"/>
              </a:xfrm>
            </p:grpSpPr>
            <p:sp>
              <p:nvSpPr>
                <p:cNvPr id="3215" name="Oval 3214">
                  <a:extLst>
                    <a:ext uri="{FF2B5EF4-FFF2-40B4-BE49-F238E27FC236}">
                      <a16:creationId xmlns:a16="http://schemas.microsoft.com/office/drawing/2014/main" id="{E178A63C-C145-BDB8-B49A-E972392C2B8A}"/>
                    </a:ext>
                  </a:extLst>
                </p:cNvPr>
                <p:cNvSpPr/>
                <p:nvPr/>
              </p:nvSpPr>
              <p:spPr>
                <a:xfrm>
                  <a:off x="427295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6" name="Oval 3215">
                  <a:extLst>
                    <a:ext uri="{FF2B5EF4-FFF2-40B4-BE49-F238E27FC236}">
                      <a16:creationId xmlns:a16="http://schemas.microsoft.com/office/drawing/2014/main" id="{C0F0E095-FF0A-B19E-F08B-F3770BF13239}"/>
                    </a:ext>
                  </a:extLst>
                </p:cNvPr>
                <p:cNvSpPr/>
                <p:nvPr/>
              </p:nvSpPr>
              <p:spPr>
                <a:xfrm>
                  <a:off x="433350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7" name="Oval 3216">
                  <a:extLst>
                    <a:ext uri="{FF2B5EF4-FFF2-40B4-BE49-F238E27FC236}">
                      <a16:creationId xmlns:a16="http://schemas.microsoft.com/office/drawing/2014/main" id="{18AD373B-B189-0A95-DCA0-63A69CA31E97}"/>
                    </a:ext>
                  </a:extLst>
                </p:cNvPr>
                <p:cNvSpPr/>
                <p:nvPr/>
              </p:nvSpPr>
              <p:spPr>
                <a:xfrm>
                  <a:off x="4394046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8" name="Oval 3217">
                  <a:extLst>
                    <a:ext uri="{FF2B5EF4-FFF2-40B4-BE49-F238E27FC236}">
                      <a16:creationId xmlns:a16="http://schemas.microsoft.com/office/drawing/2014/main" id="{7FF91390-1296-CDAD-F778-6627334773AA}"/>
                    </a:ext>
                  </a:extLst>
                </p:cNvPr>
                <p:cNvSpPr/>
                <p:nvPr/>
              </p:nvSpPr>
              <p:spPr>
                <a:xfrm>
                  <a:off x="445459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9" name="Oval 3218">
                  <a:extLst>
                    <a:ext uri="{FF2B5EF4-FFF2-40B4-BE49-F238E27FC236}">
                      <a16:creationId xmlns:a16="http://schemas.microsoft.com/office/drawing/2014/main" id="{D976A1FE-0EC2-F1E9-AFFD-A6937E6F5E0B}"/>
                    </a:ext>
                  </a:extLst>
                </p:cNvPr>
                <p:cNvSpPr/>
                <p:nvPr/>
              </p:nvSpPr>
              <p:spPr>
                <a:xfrm>
                  <a:off x="4515139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0" name="Oval 3219">
                  <a:extLst>
                    <a:ext uri="{FF2B5EF4-FFF2-40B4-BE49-F238E27FC236}">
                      <a16:creationId xmlns:a16="http://schemas.microsoft.com/office/drawing/2014/main" id="{D83DF321-329E-3A89-236E-093B77E14B37}"/>
                    </a:ext>
                  </a:extLst>
                </p:cNvPr>
                <p:cNvSpPr/>
                <p:nvPr/>
              </p:nvSpPr>
              <p:spPr>
                <a:xfrm>
                  <a:off x="457568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1" name="Oval 3220">
                  <a:extLst>
                    <a:ext uri="{FF2B5EF4-FFF2-40B4-BE49-F238E27FC236}">
                      <a16:creationId xmlns:a16="http://schemas.microsoft.com/office/drawing/2014/main" id="{1D36678B-B9B9-A46A-80F0-9F824A3FD09E}"/>
                    </a:ext>
                  </a:extLst>
                </p:cNvPr>
                <p:cNvSpPr/>
                <p:nvPr/>
              </p:nvSpPr>
              <p:spPr>
                <a:xfrm>
                  <a:off x="463622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2" name="Oval 3221">
                  <a:extLst>
                    <a:ext uri="{FF2B5EF4-FFF2-40B4-BE49-F238E27FC236}">
                      <a16:creationId xmlns:a16="http://schemas.microsoft.com/office/drawing/2014/main" id="{167D5A83-6D25-D00A-52AE-FD200F02A024}"/>
                    </a:ext>
                  </a:extLst>
                </p:cNvPr>
                <p:cNvSpPr/>
                <p:nvPr/>
              </p:nvSpPr>
              <p:spPr>
                <a:xfrm>
                  <a:off x="469676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3" name="Oval 3222">
                  <a:extLst>
                    <a:ext uri="{FF2B5EF4-FFF2-40B4-BE49-F238E27FC236}">
                      <a16:creationId xmlns:a16="http://schemas.microsoft.com/office/drawing/2014/main" id="{EEC59F09-C972-E5F7-B7AC-AF4713F24198}"/>
                    </a:ext>
                  </a:extLst>
                </p:cNvPr>
                <p:cNvSpPr/>
                <p:nvPr/>
              </p:nvSpPr>
              <p:spPr>
                <a:xfrm>
                  <a:off x="4757305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4" name="Oval 3223">
                  <a:extLst>
                    <a:ext uri="{FF2B5EF4-FFF2-40B4-BE49-F238E27FC236}">
                      <a16:creationId xmlns:a16="http://schemas.microsoft.com/office/drawing/2014/main" id="{95D92DBB-0141-4FF4-068E-7B05737A706F}"/>
                    </a:ext>
                  </a:extLst>
                </p:cNvPr>
                <p:cNvSpPr/>
                <p:nvPr/>
              </p:nvSpPr>
              <p:spPr>
                <a:xfrm>
                  <a:off x="4817860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5" name="Oval 3224">
                  <a:extLst>
                    <a:ext uri="{FF2B5EF4-FFF2-40B4-BE49-F238E27FC236}">
                      <a16:creationId xmlns:a16="http://schemas.microsoft.com/office/drawing/2014/main" id="{FCF29E7E-862F-3FDC-49C4-0B2E81C143C8}"/>
                    </a:ext>
                  </a:extLst>
                </p:cNvPr>
                <p:cNvSpPr/>
                <p:nvPr/>
              </p:nvSpPr>
              <p:spPr>
                <a:xfrm>
                  <a:off x="487841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6" name="Oval 3225">
                  <a:extLst>
                    <a:ext uri="{FF2B5EF4-FFF2-40B4-BE49-F238E27FC236}">
                      <a16:creationId xmlns:a16="http://schemas.microsoft.com/office/drawing/2014/main" id="{05DAFD8D-7C50-9BA6-2CFE-0A47715DAAE6}"/>
                    </a:ext>
                  </a:extLst>
                </p:cNvPr>
                <p:cNvSpPr/>
                <p:nvPr/>
              </p:nvSpPr>
              <p:spPr>
                <a:xfrm>
                  <a:off x="4938938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7" name="Oval 3226">
                  <a:extLst>
                    <a:ext uri="{FF2B5EF4-FFF2-40B4-BE49-F238E27FC236}">
                      <a16:creationId xmlns:a16="http://schemas.microsoft.com/office/drawing/2014/main" id="{65F670CF-7654-8A4D-AFCF-27F2E52A857F}"/>
                    </a:ext>
                  </a:extLst>
                </p:cNvPr>
                <p:cNvSpPr/>
                <p:nvPr/>
              </p:nvSpPr>
              <p:spPr>
                <a:xfrm>
                  <a:off x="499946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3" name="Group 3242">
                <a:extLst>
                  <a:ext uri="{FF2B5EF4-FFF2-40B4-BE49-F238E27FC236}">
                    <a16:creationId xmlns:a16="http://schemas.microsoft.com/office/drawing/2014/main" id="{7A324191-BEB1-781E-DB42-1A4419546981}"/>
                  </a:ext>
                </a:extLst>
              </p:cNvPr>
              <p:cNvGrpSpPr/>
              <p:nvPr/>
            </p:nvGrpSpPr>
            <p:grpSpPr>
              <a:xfrm>
                <a:off x="2107152" y="6763311"/>
                <a:ext cx="753155" cy="26605"/>
                <a:chOff x="4272953" y="5723528"/>
                <a:chExt cx="753115" cy="26605"/>
              </a:xfrm>
            </p:grpSpPr>
            <p:sp>
              <p:nvSpPr>
                <p:cNvPr id="3228" name="Oval 3227">
                  <a:extLst>
                    <a:ext uri="{FF2B5EF4-FFF2-40B4-BE49-F238E27FC236}">
                      <a16:creationId xmlns:a16="http://schemas.microsoft.com/office/drawing/2014/main" id="{7443CB9A-894C-F20D-55AB-C1DFBF7C8EF5}"/>
                    </a:ext>
                  </a:extLst>
                </p:cNvPr>
                <p:cNvSpPr/>
                <p:nvPr/>
              </p:nvSpPr>
              <p:spPr>
                <a:xfrm>
                  <a:off x="427295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9" name="Oval 3228">
                  <a:extLst>
                    <a:ext uri="{FF2B5EF4-FFF2-40B4-BE49-F238E27FC236}">
                      <a16:creationId xmlns:a16="http://schemas.microsoft.com/office/drawing/2014/main" id="{AAEB8105-A92D-0126-7309-0688298B6160}"/>
                    </a:ext>
                  </a:extLst>
                </p:cNvPr>
                <p:cNvSpPr/>
                <p:nvPr/>
              </p:nvSpPr>
              <p:spPr>
                <a:xfrm>
                  <a:off x="433350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0" name="Oval 3229">
                  <a:extLst>
                    <a:ext uri="{FF2B5EF4-FFF2-40B4-BE49-F238E27FC236}">
                      <a16:creationId xmlns:a16="http://schemas.microsoft.com/office/drawing/2014/main" id="{41143F15-02A3-3110-169D-96EA59809894}"/>
                    </a:ext>
                  </a:extLst>
                </p:cNvPr>
                <p:cNvSpPr/>
                <p:nvPr/>
              </p:nvSpPr>
              <p:spPr>
                <a:xfrm>
                  <a:off x="4394046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1" name="Oval 3230">
                  <a:extLst>
                    <a:ext uri="{FF2B5EF4-FFF2-40B4-BE49-F238E27FC236}">
                      <a16:creationId xmlns:a16="http://schemas.microsoft.com/office/drawing/2014/main" id="{D24BBADD-9446-7877-F026-64A18615A672}"/>
                    </a:ext>
                  </a:extLst>
                </p:cNvPr>
                <p:cNvSpPr/>
                <p:nvPr/>
              </p:nvSpPr>
              <p:spPr>
                <a:xfrm>
                  <a:off x="445459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2" name="Oval 3231">
                  <a:extLst>
                    <a:ext uri="{FF2B5EF4-FFF2-40B4-BE49-F238E27FC236}">
                      <a16:creationId xmlns:a16="http://schemas.microsoft.com/office/drawing/2014/main" id="{9F361147-FAB4-DB99-5168-A3EA1775EF37}"/>
                    </a:ext>
                  </a:extLst>
                </p:cNvPr>
                <p:cNvSpPr/>
                <p:nvPr/>
              </p:nvSpPr>
              <p:spPr>
                <a:xfrm>
                  <a:off x="4515139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3" name="Oval 3232">
                  <a:extLst>
                    <a:ext uri="{FF2B5EF4-FFF2-40B4-BE49-F238E27FC236}">
                      <a16:creationId xmlns:a16="http://schemas.microsoft.com/office/drawing/2014/main" id="{0163AC5A-E79A-CF93-5256-81741F424945}"/>
                    </a:ext>
                  </a:extLst>
                </p:cNvPr>
                <p:cNvSpPr/>
                <p:nvPr/>
              </p:nvSpPr>
              <p:spPr>
                <a:xfrm>
                  <a:off x="457568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4" name="Oval 3233">
                  <a:extLst>
                    <a:ext uri="{FF2B5EF4-FFF2-40B4-BE49-F238E27FC236}">
                      <a16:creationId xmlns:a16="http://schemas.microsoft.com/office/drawing/2014/main" id="{EB90AD29-0771-665F-1F96-3B98E381F189}"/>
                    </a:ext>
                  </a:extLst>
                </p:cNvPr>
                <p:cNvSpPr/>
                <p:nvPr/>
              </p:nvSpPr>
              <p:spPr>
                <a:xfrm>
                  <a:off x="463622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5" name="Oval 3234">
                  <a:extLst>
                    <a:ext uri="{FF2B5EF4-FFF2-40B4-BE49-F238E27FC236}">
                      <a16:creationId xmlns:a16="http://schemas.microsoft.com/office/drawing/2014/main" id="{05AF12A4-232D-A69D-B543-548D146E0CA6}"/>
                    </a:ext>
                  </a:extLst>
                </p:cNvPr>
                <p:cNvSpPr/>
                <p:nvPr/>
              </p:nvSpPr>
              <p:spPr>
                <a:xfrm>
                  <a:off x="469676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6" name="Oval 3235">
                  <a:extLst>
                    <a:ext uri="{FF2B5EF4-FFF2-40B4-BE49-F238E27FC236}">
                      <a16:creationId xmlns:a16="http://schemas.microsoft.com/office/drawing/2014/main" id="{7E4B55B5-CDA4-3B26-BF5C-7FF11C09F5C8}"/>
                    </a:ext>
                  </a:extLst>
                </p:cNvPr>
                <p:cNvSpPr/>
                <p:nvPr/>
              </p:nvSpPr>
              <p:spPr>
                <a:xfrm>
                  <a:off x="4757305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7" name="Oval 3236">
                  <a:extLst>
                    <a:ext uri="{FF2B5EF4-FFF2-40B4-BE49-F238E27FC236}">
                      <a16:creationId xmlns:a16="http://schemas.microsoft.com/office/drawing/2014/main" id="{AC0902E2-C42D-29CB-5194-9F8028B56465}"/>
                    </a:ext>
                  </a:extLst>
                </p:cNvPr>
                <p:cNvSpPr/>
                <p:nvPr/>
              </p:nvSpPr>
              <p:spPr>
                <a:xfrm>
                  <a:off x="4817860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8" name="Oval 3237">
                  <a:extLst>
                    <a:ext uri="{FF2B5EF4-FFF2-40B4-BE49-F238E27FC236}">
                      <a16:creationId xmlns:a16="http://schemas.microsoft.com/office/drawing/2014/main" id="{C5EBA573-0DD8-CC8B-4664-74DAF60F8C7C}"/>
                    </a:ext>
                  </a:extLst>
                </p:cNvPr>
                <p:cNvSpPr/>
                <p:nvPr/>
              </p:nvSpPr>
              <p:spPr>
                <a:xfrm>
                  <a:off x="487841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9" name="Oval 3238">
                  <a:extLst>
                    <a:ext uri="{FF2B5EF4-FFF2-40B4-BE49-F238E27FC236}">
                      <a16:creationId xmlns:a16="http://schemas.microsoft.com/office/drawing/2014/main" id="{4CC5B7BB-DB77-3F55-FEB2-E46462703200}"/>
                    </a:ext>
                  </a:extLst>
                </p:cNvPr>
                <p:cNvSpPr/>
                <p:nvPr/>
              </p:nvSpPr>
              <p:spPr>
                <a:xfrm>
                  <a:off x="4938938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40" name="Oval 3239">
                  <a:extLst>
                    <a:ext uri="{FF2B5EF4-FFF2-40B4-BE49-F238E27FC236}">
                      <a16:creationId xmlns:a16="http://schemas.microsoft.com/office/drawing/2014/main" id="{43D1FC87-3C41-8F40-6D13-111E3FC8C78E}"/>
                    </a:ext>
                  </a:extLst>
                </p:cNvPr>
                <p:cNvSpPr/>
                <p:nvPr/>
              </p:nvSpPr>
              <p:spPr>
                <a:xfrm>
                  <a:off x="499946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  <p:sp>
          <p:nvSpPr>
            <p:cNvPr id="3248" name="Rectangle: Rounded Corners 3247">
              <a:extLst>
                <a:ext uri="{FF2B5EF4-FFF2-40B4-BE49-F238E27FC236}">
                  <a16:creationId xmlns:a16="http://schemas.microsoft.com/office/drawing/2014/main" id="{F229568C-567D-6530-B2DF-8D6801EABC6C}"/>
                </a:ext>
              </a:extLst>
            </p:cNvPr>
            <p:cNvSpPr/>
            <p:nvPr/>
          </p:nvSpPr>
          <p:spPr>
            <a:xfrm>
              <a:off x="3780318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49" name="Rectangle: Rounded Corners 3248">
              <a:extLst>
                <a:ext uri="{FF2B5EF4-FFF2-40B4-BE49-F238E27FC236}">
                  <a16:creationId xmlns:a16="http://schemas.microsoft.com/office/drawing/2014/main" id="{00294FF5-C81E-8D1B-6F76-8D864B06F24A}"/>
                </a:ext>
              </a:extLst>
            </p:cNvPr>
            <p:cNvSpPr/>
            <p:nvPr/>
          </p:nvSpPr>
          <p:spPr>
            <a:xfrm>
              <a:off x="3780318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0" name="Rectangle: Rounded Corners 3249">
              <a:extLst>
                <a:ext uri="{FF2B5EF4-FFF2-40B4-BE49-F238E27FC236}">
                  <a16:creationId xmlns:a16="http://schemas.microsoft.com/office/drawing/2014/main" id="{B67B1876-FFBA-B67A-8D83-528209BADAAE}"/>
                </a:ext>
              </a:extLst>
            </p:cNvPr>
            <p:cNvSpPr/>
            <p:nvPr/>
          </p:nvSpPr>
          <p:spPr>
            <a:xfrm>
              <a:off x="3896206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1" name="Rectangle: Rounded Corners 3250">
              <a:extLst>
                <a:ext uri="{FF2B5EF4-FFF2-40B4-BE49-F238E27FC236}">
                  <a16:creationId xmlns:a16="http://schemas.microsoft.com/office/drawing/2014/main" id="{8E852F38-030C-AF45-D77E-1DE96B2903CE}"/>
                </a:ext>
              </a:extLst>
            </p:cNvPr>
            <p:cNvSpPr/>
            <p:nvPr/>
          </p:nvSpPr>
          <p:spPr>
            <a:xfrm>
              <a:off x="3896206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3253" name="Straight Connector 3252">
              <a:extLst>
                <a:ext uri="{FF2B5EF4-FFF2-40B4-BE49-F238E27FC236}">
                  <a16:creationId xmlns:a16="http://schemas.microsoft.com/office/drawing/2014/main" id="{3C507D18-B558-DBF6-3603-5D8F0244A5F2}"/>
                </a:ext>
              </a:extLst>
            </p:cNvPr>
            <p:cNvCxnSpPr/>
            <p:nvPr/>
          </p:nvCxnSpPr>
          <p:spPr>
            <a:xfrm>
              <a:off x="3715704" y="3384064"/>
              <a:ext cx="0" cy="99483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sp>
          <p:nvSpPr>
            <p:cNvPr id="3254" name="Rectangle: Rounded Corners 3253">
              <a:extLst>
                <a:ext uri="{FF2B5EF4-FFF2-40B4-BE49-F238E27FC236}">
                  <a16:creationId xmlns:a16="http://schemas.microsoft.com/office/drawing/2014/main" id="{CE72F8FE-5A63-8F60-C0EE-944E62E94D5C}"/>
                </a:ext>
              </a:extLst>
            </p:cNvPr>
            <p:cNvSpPr/>
            <p:nvPr/>
          </p:nvSpPr>
          <p:spPr>
            <a:xfrm>
              <a:off x="3780318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5" name="Rectangle: Rounded Corners 3254">
              <a:extLst>
                <a:ext uri="{FF2B5EF4-FFF2-40B4-BE49-F238E27FC236}">
                  <a16:creationId xmlns:a16="http://schemas.microsoft.com/office/drawing/2014/main" id="{7D94F7A4-0C21-E71E-A32E-414DCBDFC26C}"/>
                </a:ext>
              </a:extLst>
            </p:cNvPr>
            <p:cNvSpPr/>
            <p:nvPr/>
          </p:nvSpPr>
          <p:spPr>
            <a:xfrm>
              <a:off x="3896206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6" name="Oval 3255">
              <a:extLst>
                <a:ext uri="{FF2B5EF4-FFF2-40B4-BE49-F238E27FC236}">
                  <a16:creationId xmlns:a16="http://schemas.microsoft.com/office/drawing/2014/main" id="{950443E6-3E27-A4D7-6450-A5C9DB0825AC}"/>
                </a:ext>
              </a:extLst>
            </p:cNvPr>
            <p:cNvSpPr/>
            <p:nvPr/>
          </p:nvSpPr>
          <p:spPr>
            <a:xfrm>
              <a:off x="3677605" y="3604197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7" name="Oval 3256">
              <a:extLst>
                <a:ext uri="{FF2B5EF4-FFF2-40B4-BE49-F238E27FC236}">
                  <a16:creationId xmlns:a16="http://schemas.microsoft.com/office/drawing/2014/main" id="{2DAC6100-46AD-D118-F06F-73ADFCC08CF5}"/>
                </a:ext>
              </a:extLst>
            </p:cNvPr>
            <p:cNvSpPr/>
            <p:nvPr/>
          </p:nvSpPr>
          <p:spPr>
            <a:xfrm>
              <a:off x="4047757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8" name="Oval 3257">
              <a:extLst>
                <a:ext uri="{FF2B5EF4-FFF2-40B4-BE49-F238E27FC236}">
                  <a16:creationId xmlns:a16="http://schemas.microsoft.com/office/drawing/2014/main" id="{B555E47C-E2A9-4C1C-F47A-AEB741296F49}"/>
                </a:ext>
              </a:extLst>
            </p:cNvPr>
            <p:cNvSpPr/>
            <p:nvPr/>
          </p:nvSpPr>
          <p:spPr>
            <a:xfrm>
              <a:off x="4132423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9" name="Oval 3258">
              <a:extLst>
                <a:ext uri="{FF2B5EF4-FFF2-40B4-BE49-F238E27FC236}">
                  <a16:creationId xmlns:a16="http://schemas.microsoft.com/office/drawing/2014/main" id="{D99891CB-ECDA-0E98-DD4D-4FBDF2DDCC10}"/>
                </a:ext>
              </a:extLst>
            </p:cNvPr>
            <p:cNvSpPr/>
            <p:nvPr/>
          </p:nvSpPr>
          <p:spPr>
            <a:xfrm>
              <a:off x="4047757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0" name="Oval 3259">
              <a:extLst>
                <a:ext uri="{FF2B5EF4-FFF2-40B4-BE49-F238E27FC236}">
                  <a16:creationId xmlns:a16="http://schemas.microsoft.com/office/drawing/2014/main" id="{4EEDB717-AFA0-806F-0424-0CC0B02A2F47}"/>
                </a:ext>
              </a:extLst>
            </p:cNvPr>
            <p:cNvSpPr/>
            <p:nvPr/>
          </p:nvSpPr>
          <p:spPr>
            <a:xfrm>
              <a:off x="4132423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1" name="Oval 3260">
              <a:extLst>
                <a:ext uri="{FF2B5EF4-FFF2-40B4-BE49-F238E27FC236}">
                  <a16:creationId xmlns:a16="http://schemas.microsoft.com/office/drawing/2014/main" id="{5A4D505B-AC60-B553-76F2-71C31FC24A93}"/>
                </a:ext>
              </a:extLst>
            </p:cNvPr>
            <p:cNvSpPr/>
            <p:nvPr/>
          </p:nvSpPr>
          <p:spPr>
            <a:xfrm>
              <a:off x="4047757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2" name="Oval 3261">
              <a:extLst>
                <a:ext uri="{FF2B5EF4-FFF2-40B4-BE49-F238E27FC236}">
                  <a16:creationId xmlns:a16="http://schemas.microsoft.com/office/drawing/2014/main" id="{F12D1182-6823-5276-B380-BFE8D13CF5F9}"/>
                </a:ext>
              </a:extLst>
            </p:cNvPr>
            <p:cNvSpPr/>
            <p:nvPr/>
          </p:nvSpPr>
          <p:spPr>
            <a:xfrm>
              <a:off x="4132423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3264" name="Straight Connector 3263">
              <a:extLst>
                <a:ext uri="{FF2B5EF4-FFF2-40B4-BE49-F238E27FC236}">
                  <a16:creationId xmlns:a16="http://schemas.microsoft.com/office/drawing/2014/main" id="{CCBE841C-B604-757F-E7E8-099C9C04BF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8005" y="3402055"/>
              <a:ext cx="124458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8" name="Straight Connector 3327">
              <a:extLst>
                <a:ext uri="{FF2B5EF4-FFF2-40B4-BE49-F238E27FC236}">
                  <a16:creationId xmlns:a16="http://schemas.microsoft.com/office/drawing/2014/main" id="{79C9FEAF-8116-0E43-E2C8-0CE48703076B}"/>
                </a:ext>
              </a:extLst>
            </p:cNvPr>
            <p:cNvCxnSpPr>
              <a:cxnSpLocks/>
            </p:cNvCxnSpPr>
            <p:nvPr/>
          </p:nvCxnSpPr>
          <p:spPr>
            <a:xfrm>
              <a:off x="4255294" y="3402055"/>
              <a:ext cx="59531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</p:grpSp>
      <p:grpSp>
        <p:nvGrpSpPr>
          <p:cNvPr id="3343" name="Group 3342">
            <a:extLst>
              <a:ext uri="{FF2B5EF4-FFF2-40B4-BE49-F238E27FC236}">
                <a16:creationId xmlns:a16="http://schemas.microsoft.com/office/drawing/2014/main" id="{F07B16BA-43FA-237A-5C42-ACAE1395D6ED}"/>
              </a:ext>
            </a:extLst>
          </p:cNvPr>
          <p:cNvGrpSpPr/>
          <p:nvPr/>
        </p:nvGrpSpPr>
        <p:grpSpPr>
          <a:xfrm>
            <a:off x="10596689" y="1393031"/>
            <a:ext cx="1167284" cy="304744"/>
            <a:chOff x="10596689" y="1393031"/>
            <a:chExt cx="1167284" cy="30474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9592B37-97DD-A874-5B03-7096E9D346FC}"/>
                </a:ext>
              </a:extLst>
            </p:cNvPr>
            <p:cNvSpPr/>
            <p:nvPr/>
          </p:nvSpPr>
          <p:spPr>
            <a:xfrm>
              <a:off x="10622622" y="1393031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847D55-F58F-E4E6-0A8A-79DE1CA528F8}"/>
                </a:ext>
              </a:extLst>
            </p:cNvPr>
            <p:cNvSpPr/>
            <p:nvPr/>
          </p:nvSpPr>
          <p:spPr>
            <a:xfrm rot="16200000" flipV="1">
              <a:off x="11122751" y="1414866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C148004-550F-9A3A-E83D-A73883CEBD03}"/>
                </a:ext>
              </a:extLst>
            </p:cNvPr>
            <p:cNvSpPr/>
            <p:nvPr/>
          </p:nvSpPr>
          <p:spPr>
            <a:xfrm flipV="1">
              <a:off x="10596689" y="1439694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031DC5D-678D-3696-122F-72028B9592A0}"/>
                </a:ext>
              </a:extLst>
            </p:cNvPr>
            <p:cNvSpPr/>
            <p:nvPr/>
          </p:nvSpPr>
          <p:spPr>
            <a:xfrm>
              <a:off x="10784323" y="1549525"/>
              <a:ext cx="155372" cy="106226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D81E537-7FBE-577E-CC60-7E29272942D5}"/>
                </a:ext>
              </a:extLst>
            </p:cNvPr>
            <p:cNvSpPr/>
            <p:nvPr/>
          </p:nvSpPr>
          <p:spPr>
            <a:xfrm>
              <a:off x="10965990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C58A6D8-FBD5-9286-87BC-24C3B0E300C0}"/>
                </a:ext>
              </a:extLst>
            </p:cNvPr>
            <p:cNvSpPr/>
            <p:nvPr/>
          </p:nvSpPr>
          <p:spPr>
            <a:xfrm>
              <a:off x="10673889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7674A047-79F6-BCD9-9887-89D44A41C183}"/>
                </a:ext>
              </a:extLst>
            </p:cNvPr>
            <p:cNvSpPr/>
            <p:nvPr/>
          </p:nvSpPr>
          <p:spPr>
            <a:xfrm rot="5400000">
              <a:off x="11622750" y="1581609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1" name="Straight Connector 3310">
              <a:extLst>
                <a:ext uri="{FF2B5EF4-FFF2-40B4-BE49-F238E27FC236}">
                  <a16:creationId xmlns:a16="http://schemas.microsoft.com/office/drawing/2014/main" id="{2136CEF2-B3DE-D896-92EF-B133038AF749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0" name="Straight Connector 3319">
              <a:extLst>
                <a:ext uri="{FF2B5EF4-FFF2-40B4-BE49-F238E27FC236}">
                  <a16:creationId xmlns:a16="http://schemas.microsoft.com/office/drawing/2014/main" id="{A278852F-6BDB-A453-55E9-34B5FD82AEA3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2" name="Straight Connector 3321">
              <a:extLst>
                <a:ext uri="{FF2B5EF4-FFF2-40B4-BE49-F238E27FC236}">
                  <a16:creationId xmlns:a16="http://schemas.microsoft.com/office/drawing/2014/main" id="{D4172E38-C2E7-8612-12C5-C38429A1A2A8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4" name="Straight Connector 3323">
              <a:extLst>
                <a:ext uri="{FF2B5EF4-FFF2-40B4-BE49-F238E27FC236}">
                  <a16:creationId xmlns:a16="http://schemas.microsoft.com/office/drawing/2014/main" id="{6904C03D-4F43-BC66-196B-77F4E50FF758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5" name="Straight Connector 3324">
              <a:extLst>
                <a:ext uri="{FF2B5EF4-FFF2-40B4-BE49-F238E27FC236}">
                  <a16:creationId xmlns:a16="http://schemas.microsoft.com/office/drawing/2014/main" id="{A794DA72-A9DD-19D1-B792-83C6F86F6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A44D"/>
              </a:solidFill>
              <a:prstDash val="solid"/>
              <a:round/>
            </a:ln>
          </p:spPr>
        </p:cxnSp>
        <p:cxnSp>
          <p:nvCxnSpPr>
            <p:cNvPr id="3326" name="Straight Connector 3325">
              <a:extLst>
                <a:ext uri="{FF2B5EF4-FFF2-40B4-BE49-F238E27FC236}">
                  <a16:creationId xmlns:a16="http://schemas.microsoft.com/office/drawing/2014/main" id="{D3F808C6-E51B-B042-30CF-96687C491B9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5" name="Rectangle: Top Corners Rounded 3334">
              <a:extLst>
                <a:ext uri="{FF2B5EF4-FFF2-40B4-BE49-F238E27FC236}">
                  <a16:creationId xmlns:a16="http://schemas.microsoft.com/office/drawing/2014/main" id="{C057250B-2EE7-00EE-9D02-0CF6A51D6AA9}"/>
                </a:ext>
              </a:extLst>
            </p:cNvPr>
            <p:cNvSpPr/>
            <p:nvPr/>
          </p:nvSpPr>
          <p:spPr>
            <a:xfrm rot="10800000">
              <a:off x="10694254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6" name="Rectangle: Top Corners Rounded 3335">
              <a:extLst>
                <a:ext uri="{FF2B5EF4-FFF2-40B4-BE49-F238E27FC236}">
                  <a16:creationId xmlns:a16="http://schemas.microsoft.com/office/drawing/2014/main" id="{5B0C9C79-DDFA-64A0-D9F0-789A5136AE73}"/>
                </a:ext>
              </a:extLst>
            </p:cNvPr>
            <p:cNvSpPr/>
            <p:nvPr/>
          </p:nvSpPr>
          <p:spPr>
            <a:xfrm rot="10800000">
              <a:off x="1099490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7" name="Rectangle: Top Corners Rounded 3336">
              <a:extLst>
                <a:ext uri="{FF2B5EF4-FFF2-40B4-BE49-F238E27FC236}">
                  <a16:creationId xmlns:a16="http://schemas.microsoft.com/office/drawing/2014/main" id="{693DF300-2377-44BC-97A1-25F1B4735239}"/>
                </a:ext>
              </a:extLst>
            </p:cNvPr>
            <p:cNvSpPr/>
            <p:nvPr/>
          </p:nvSpPr>
          <p:spPr>
            <a:xfrm rot="10800000">
              <a:off x="1131875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8" name="Rectangle: Top Corners Rounded 3337">
              <a:extLst>
                <a:ext uri="{FF2B5EF4-FFF2-40B4-BE49-F238E27FC236}">
                  <a16:creationId xmlns:a16="http://schemas.microsoft.com/office/drawing/2014/main" id="{ED00C055-0C41-5062-4FF5-84DF4F487353}"/>
                </a:ext>
              </a:extLst>
            </p:cNvPr>
            <p:cNvSpPr/>
            <p:nvPr/>
          </p:nvSpPr>
          <p:spPr>
            <a:xfrm rot="10800000">
              <a:off x="11614411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3344" name="Group 3343">
            <a:extLst>
              <a:ext uri="{FF2B5EF4-FFF2-40B4-BE49-F238E27FC236}">
                <a16:creationId xmlns:a16="http://schemas.microsoft.com/office/drawing/2014/main" id="{A4F3D27B-CBCC-F7EB-9D8A-A0872C3741D4}"/>
              </a:ext>
            </a:extLst>
          </p:cNvPr>
          <p:cNvGrpSpPr/>
          <p:nvPr/>
        </p:nvGrpSpPr>
        <p:grpSpPr>
          <a:xfrm>
            <a:off x="10596689" y="1840716"/>
            <a:ext cx="1167284" cy="304744"/>
            <a:chOff x="10596689" y="1840716"/>
            <a:chExt cx="1167284" cy="30474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054D63D-5679-9218-0084-F44BD1880BB6}"/>
                </a:ext>
              </a:extLst>
            </p:cNvPr>
            <p:cNvSpPr/>
            <p:nvPr/>
          </p:nvSpPr>
          <p:spPr>
            <a:xfrm>
              <a:off x="10622622" y="1840716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ABB4C76-15C5-C908-35AE-6E86DC638E9D}"/>
                </a:ext>
              </a:extLst>
            </p:cNvPr>
            <p:cNvSpPr/>
            <p:nvPr/>
          </p:nvSpPr>
          <p:spPr>
            <a:xfrm rot="16200000" flipV="1">
              <a:off x="11122751" y="1862551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15509EAB-59B5-5B74-534D-AE096690A095}"/>
                </a:ext>
              </a:extLst>
            </p:cNvPr>
            <p:cNvSpPr/>
            <p:nvPr/>
          </p:nvSpPr>
          <p:spPr>
            <a:xfrm flipV="1">
              <a:off x="10596689" y="1887379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D1773D3D-4FC1-3269-F3E2-580CC33AE0A7}"/>
                </a:ext>
              </a:extLst>
            </p:cNvPr>
            <p:cNvSpPr/>
            <p:nvPr/>
          </p:nvSpPr>
          <p:spPr>
            <a:xfrm>
              <a:off x="10965990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F4E625E-20FF-48C8-F771-96D51EF45883}"/>
                </a:ext>
              </a:extLst>
            </p:cNvPr>
            <p:cNvSpPr/>
            <p:nvPr/>
          </p:nvSpPr>
          <p:spPr>
            <a:xfrm>
              <a:off x="10673889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1057D664-25A2-36C4-2254-DF80416FFA6D}"/>
                </a:ext>
              </a:extLst>
            </p:cNvPr>
            <p:cNvSpPr/>
            <p:nvPr/>
          </p:nvSpPr>
          <p:spPr>
            <a:xfrm>
              <a:off x="10778011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A888FB4F-5702-DE8D-351A-2B64427DF592}"/>
                </a:ext>
              </a:extLst>
            </p:cNvPr>
            <p:cNvSpPr/>
            <p:nvPr/>
          </p:nvSpPr>
          <p:spPr>
            <a:xfrm rot="5400000">
              <a:off x="10863273" y="2025596"/>
              <a:ext cx="101592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6CD86E0B-61B3-84EB-322F-B8FB8CEE1D73}"/>
                </a:ext>
              </a:extLst>
            </p:cNvPr>
            <p:cNvSpPr/>
            <p:nvPr/>
          </p:nvSpPr>
          <p:spPr>
            <a:xfrm rot="5400000">
              <a:off x="10883768" y="2005101"/>
              <a:ext cx="60601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E6320A59-844E-6FDF-CF2A-DDAC9388829E}"/>
                </a:ext>
              </a:extLst>
            </p:cNvPr>
            <p:cNvSpPr/>
            <p:nvPr/>
          </p:nvSpPr>
          <p:spPr>
            <a:xfrm rot="5400000">
              <a:off x="11622750" y="2031668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4" name="Straight Connector 3313">
              <a:extLst>
                <a:ext uri="{FF2B5EF4-FFF2-40B4-BE49-F238E27FC236}">
                  <a16:creationId xmlns:a16="http://schemas.microsoft.com/office/drawing/2014/main" id="{6606A2ED-97A9-C0D8-6B81-697EE229B3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18" name="Straight Connector 3317">
              <a:extLst>
                <a:ext uri="{FF2B5EF4-FFF2-40B4-BE49-F238E27FC236}">
                  <a16:creationId xmlns:a16="http://schemas.microsoft.com/office/drawing/2014/main" id="{D0A93CEE-A665-4966-A09B-9C070F949BB5}"/>
                </a:ext>
              </a:extLst>
            </p:cNvPr>
            <p:cNvCxnSpPr>
              <a:cxnSpLocks/>
            </p:cNvCxnSpPr>
            <p:nvPr/>
          </p:nvCxnSpPr>
          <p:spPr>
            <a:xfrm>
              <a:off x="10811209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7" name="Straight Connector 3326">
              <a:extLst>
                <a:ext uri="{FF2B5EF4-FFF2-40B4-BE49-F238E27FC236}">
                  <a16:creationId xmlns:a16="http://schemas.microsoft.com/office/drawing/2014/main" id="{7C178B06-2B1D-CAA3-0174-71D86014164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9" name="Rectangle: Top Corners Rounded 3338">
              <a:extLst>
                <a:ext uri="{FF2B5EF4-FFF2-40B4-BE49-F238E27FC236}">
                  <a16:creationId xmlns:a16="http://schemas.microsoft.com/office/drawing/2014/main" id="{BC5E9609-C459-972C-E190-CCFD4799FC86}"/>
                </a:ext>
              </a:extLst>
            </p:cNvPr>
            <p:cNvSpPr/>
            <p:nvPr/>
          </p:nvSpPr>
          <p:spPr>
            <a:xfrm rot="10800000">
              <a:off x="10694254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0" name="Rectangle: Top Corners Rounded 3339">
              <a:extLst>
                <a:ext uri="{FF2B5EF4-FFF2-40B4-BE49-F238E27FC236}">
                  <a16:creationId xmlns:a16="http://schemas.microsoft.com/office/drawing/2014/main" id="{F31460D1-0D29-D46E-5741-6848ECEE828E}"/>
                </a:ext>
              </a:extLst>
            </p:cNvPr>
            <p:cNvSpPr/>
            <p:nvPr/>
          </p:nvSpPr>
          <p:spPr>
            <a:xfrm rot="10800000">
              <a:off x="1099490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1" name="Rectangle: Top Corners Rounded 3340">
              <a:extLst>
                <a:ext uri="{FF2B5EF4-FFF2-40B4-BE49-F238E27FC236}">
                  <a16:creationId xmlns:a16="http://schemas.microsoft.com/office/drawing/2014/main" id="{0023704D-D61E-0091-F361-B11F715D3BE1}"/>
                </a:ext>
              </a:extLst>
            </p:cNvPr>
            <p:cNvSpPr/>
            <p:nvPr/>
          </p:nvSpPr>
          <p:spPr>
            <a:xfrm rot="10800000">
              <a:off x="1131875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2" name="Rectangle: Top Corners Rounded 3341">
              <a:extLst>
                <a:ext uri="{FF2B5EF4-FFF2-40B4-BE49-F238E27FC236}">
                  <a16:creationId xmlns:a16="http://schemas.microsoft.com/office/drawing/2014/main" id="{ED3FDBDC-A059-A9B4-1FE9-18570DE3D5FB}"/>
                </a:ext>
              </a:extLst>
            </p:cNvPr>
            <p:cNvSpPr/>
            <p:nvPr/>
          </p:nvSpPr>
          <p:spPr>
            <a:xfrm rot="10800000">
              <a:off x="11614411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69609D7-69B5-2D15-82E2-637EF1002BCD}"/>
              </a:ext>
            </a:extLst>
          </p:cNvPr>
          <p:cNvSpPr/>
          <p:nvPr/>
        </p:nvSpPr>
        <p:spPr>
          <a:xfrm>
            <a:off x="2832402" y="2232736"/>
            <a:ext cx="101145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ESPNano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46" name="Group 3145">
            <a:extLst>
              <a:ext uri="{FF2B5EF4-FFF2-40B4-BE49-F238E27FC236}">
                <a16:creationId xmlns:a16="http://schemas.microsoft.com/office/drawing/2014/main" id="{A75D8707-402B-872C-822D-CB3C80C0EB26}"/>
              </a:ext>
            </a:extLst>
          </p:cNvPr>
          <p:cNvGrpSpPr/>
          <p:nvPr/>
        </p:nvGrpSpPr>
        <p:grpSpPr>
          <a:xfrm>
            <a:off x="3042706" y="963287"/>
            <a:ext cx="596248" cy="1191717"/>
            <a:chOff x="3042706" y="963287"/>
            <a:chExt cx="596248" cy="1191717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13287B2-0042-1DDE-737E-381946616780}"/>
                </a:ext>
              </a:extLst>
            </p:cNvPr>
            <p:cNvSpPr/>
            <p:nvPr/>
          </p:nvSpPr>
          <p:spPr>
            <a:xfrm rot="16200000" flipH="1" flipV="1">
              <a:off x="3544212" y="1568242"/>
              <a:ext cx="81207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572ED27-9692-5499-DFB7-E8D2FB8DF95F}"/>
                </a:ext>
              </a:extLst>
            </p:cNvPr>
            <p:cNvSpPr/>
            <p:nvPr/>
          </p:nvSpPr>
          <p:spPr>
            <a:xfrm rot="10800000" flipH="1" flipV="1">
              <a:off x="3164576" y="1381822"/>
              <a:ext cx="81206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BE00E57-0D7B-0430-8A73-0BA80F71A930}"/>
                </a:ext>
              </a:extLst>
            </p:cNvPr>
            <p:cNvSpPr/>
            <p:nvPr/>
          </p:nvSpPr>
          <p:spPr>
            <a:xfrm rot="10800000" flipH="1" flipV="1">
              <a:off x="3113519" y="1434323"/>
              <a:ext cx="472846" cy="720681"/>
            </a:xfrm>
            <a:prstGeom prst="roundRect">
              <a:avLst>
                <a:gd name="adj" fmla="val 4684"/>
              </a:avLst>
            </a:prstGeom>
            <a:solidFill>
              <a:srgbClr val="89C6DB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F925914-1297-5D0D-BD6F-B55A679B4992}"/>
                </a:ext>
              </a:extLst>
            </p:cNvPr>
            <p:cNvSpPr/>
            <p:nvPr/>
          </p:nvSpPr>
          <p:spPr>
            <a:xfrm rot="10800000" flipH="1" flipV="1">
              <a:off x="3269637" y="1594757"/>
              <a:ext cx="160608" cy="1155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E3A6E4A-3D24-7D39-E109-C55F7C9E72CC}"/>
                </a:ext>
              </a:extLst>
            </p:cNvPr>
            <p:cNvGrpSpPr/>
            <p:nvPr/>
          </p:nvGrpSpPr>
          <p:grpSpPr>
            <a:xfrm>
              <a:off x="3042706" y="963287"/>
              <a:ext cx="324966" cy="415567"/>
              <a:chOff x="5482120" y="1865146"/>
              <a:chExt cx="324966" cy="415567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E2FE04C0-996F-3885-0CA3-AF3BA420FA1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05E312E-D152-BA05-8D77-C7C432AEE86E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2ED7BDF-E157-B3F4-6ACB-2CB9DD6A30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42" name="Group 3141">
              <a:extLst>
                <a:ext uri="{FF2B5EF4-FFF2-40B4-BE49-F238E27FC236}">
                  <a16:creationId xmlns:a16="http://schemas.microsoft.com/office/drawing/2014/main" id="{E5FEF81C-CE75-39A0-5D70-D6247E41B814}"/>
                </a:ext>
              </a:extLst>
            </p:cNvPr>
            <p:cNvGrpSpPr/>
            <p:nvPr/>
          </p:nvGrpSpPr>
          <p:grpSpPr>
            <a:xfrm>
              <a:off x="3212229" y="1820636"/>
              <a:ext cx="275424" cy="275424"/>
              <a:chOff x="3179567" y="1790581"/>
              <a:chExt cx="335534" cy="335534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2D2A2328-A243-ACF9-6D9B-D65AC23D3066}"/>
                  </a:ext>
                </a:extLst>
              </p:cNvPr>
              <p:cNvSpPr/>
              <p:nvPr/>
            </p:nvSpPr>
            <p:spPr>
              <a:xfrm>
                <a:off x="3277258" y="1888272"/>
                <a:ext cx="140153" cy="140153"/>
              </a:xfrm>
              <a:prstGeom prst="ellipse">
                <a:avLst/>
              </a:prstGeom>
              <a:solidFill>
                <a:srgbClr val="0070DA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36" name="Isosceles Triangle 3135">
                <a:extLst>
                  <a:ext uri="{FF2B5EF4-FFF2-40B4-BE49-F238E27FC236}">
                    <a16:creationId xmlns:a16="http://schemas.microsoft.com/office/drawing/2014/main" id="{D21D5C8E-8F11-A0C2-9AF7-9DC64EC6DF56}"/>
                  </a:ext>
                </a:extLst>
              </p:cNvPr>
              <p:cNvSpPr/>
              <p:nvPr/>
            </p:nvSpPr>
            <p:spPr>
              <a:xfrm>
                <a:off x="3305832" y="179058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37" name="Isosceles Triangle 3136">
                <a:extLst>
                  <a:ext uri="{FF2B5EF4-FFF2-40B4-BE49-F238E27FC236}">
                    <a16:creationId xmlns:a16="http://schemas.microsoft.com/office/drawing/2014/main" id="{C0585825-097E-CD48-5510-AB59950A08E4}"/>
                  </a:ext>
                </a:extLst>
              </p:cNvPr>
              <p:cNvSpPr/>
              <p:nvPr/>
            </p:nvSpPr>
            <p:spPr>
              <a:xfrm rot="10800000">
                <a:off x="3305832" y="2054560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0" name="Isosceles Triangle 3139">
                <a:extLst>
                  <a:ext uri="{FF2B5EF4-FFF2-40B4-BE49-F238E27FC236}">
                    <a16:creationId xmlns:a16="http://schemas.microsoft.com/office/drawing/2014/main" id="{0A045E59-C2AE-198D-E13E-768BAC0D5FA2}"/>
                  </a:ext>
                </a:extLst>
              </p:cNvPr>
              <p:cNvSpPr/>
              <p:nvPr/>
            </p:nvSpPr>
            <p:spPr>
              <a:xfrm rot="5400000">
                <a:off x="3437822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1" name="Isosceles Triangle 3140">
                <a:extLst>
                  <a:ext uri="{FF2B5EF4-FFF2-40B4-BE49-F238E27FC236}">
                    <a16:creationId xmlns:a16="http://schemas.microsoft.com/office/drawing/2014/main" id="{016BFA2B-5FA0-A653-934E-602BB3301E67}"/>
                  </a:ext>
                </a:extLst>
              </p:cNvPr>
              <p:cNvSpPr/>
              <p:nvPr/>
            </p:nvSpPr>
            <p:spPr>
              <a:xfrm rot="16200000">
                <a:off x="3173843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144" name="Straight Connector 3143">
              <a:extLst>
                <a:ext uri="{FF2B5EF4-FFF2-40B4-BE49-F238E27FC236}">
                  <a16:creationId xmlns:a16="http://schemas.microsoft.com/office/drawing/2014/main" id="{855D5015-D75E-6526-BEB3-3EA41C4A7D3C}"/>
                </a:ext>
              </a:extLst>
            </p:cNvPr>
            <p:cNvCxnSpPr>
              <a:cxnSpLocks/>
            </p:cNvCxnSpPr>
            <p:nvPr/>
          </p:nvCxnSpPr>
          <p:spPr>
            <a:xfrm>
              <a:off x="3203256" y="1509034"/>
              <a:ext cx="293371" cy="0"/>
            </a:xfrm>
            <a:prstGeom prst="line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16DD417C-75E7-F72D-5A28-9F61B1BCB9DD}"/>
              </a:ext>
            </a:extLst>
          </p:cNvPr>
          <p:cNvSpPr/>
          <p:nvPr/>
        </p:nvSpPr>
        <p:spPr>
          <a:xfrm>
            <a:off x="1282971" y="2232736"/>
            <a:ext cx="843372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Partector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91FF34-D296-70A3-AC4D-D3D28E545E75}"/>
              </a:ext>
            </a:extLst>
          </p:cNvPr>
          <p:cNvGrpSpPr/>
          <p:nvPr/>
        </p:nvGrpSpPr>
        <p:grpSpPr>
          <a:xfrm>
            <a:off x="1480058" y="1341341"/>
            <a:ext cx="472847" cy="813663"/>
            <a:chOff x="5401624" y="913973"/>
            <a:chExt cx="566643" cy="975065"/>
          </a:xfrm>
        </p:grpSpPr>
        <p:sp>
          <p:nvSpPr>
            <p:cNvPr id="3145" name="Rectangle: Rounded Corners 3144">
              <a:extLst>
                <a:ext uri="{FF2B5EF4-FFF2-40B4-BE49-F238E27FC236}">
                  <a16:creationId xmlns:a16="http://schemas.microsoft.com/office/drawing/2014/main" id="{0DE54B7D-CB9B-7A02-04E1-52A22AA3A800}"/>
                </a:ext>
              </a:extLst>
            </p:cNvPr>
            <p:cNvSpPr/>
            <p:nvPr/>
          </p:nvSpPr>
          <p:spPr>
            <a:xfrm rot="10800000" flipH="1" flipV="1">
              <a:off x="5484073" y="913973"/>
              <a:ext cx="54789" cy="129754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BAFAE96C-57CB-906B-37D6-F4032A2F2402}"/>
                </a:ext>
              </a:extLst>
            </p:cNvPr>
            <p:cNvSpPr/>
            <p:nvPr/>
          </p:nvSpPr>
          <p:spPr>
            <a:xfrm rot="10800000" flipH="1" flipV="1">
              <a:off x="5462809" y="982460"/>
              <a:ext cx="97316" cy="129754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C072565B-73B6-AEA5-0C7D-2762C59E4509}"/>
                </a:ext>
              </a:extLst>
            </p:cNvPr>
            <p:cNvSpPr/>
            <p:nvPr/>
          </p:nvSpPr>
          <p:spPr>
            <a:xfrm rot="10800000" flipH="1" flipV="1">
              <a:off x="5401624" y="1025399"/>
              <a:ext cx="566643" cy="863639"/>
            </a:xfrm>
            <a:prstGeom prst="roundRect">
              <a:avLst>
                <a:gd name="adj" fmla="val 4684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A41254E1-4C9D-4B27-22D2-882CC60E8EC0}"/>
                </a:ext>
              </a:extLst>
            </p:cNvPr>
            <p:cNvSpPr/>
            <p:nvPr/>
          </p:nvSpPr>
          <p:spPr>
            <a:xfrm rot="10800000" flipH="1" flipV="1">
              <a:off x="5491221" y="1186287"/>
              <a:ext cx="383340" cy="287162"/>
            </a:xfrm>
            <a:prstGeom prst="roundRect">
              <a:avLst>
                <a:gd name="adj" fmla="val 11139"/>
              </a:avLst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F3E31E95-E801-E173-E55D-E3E1D3B382F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726488" y="1264321"/>
              <a:ext cx="83154" cy="0"/>
            </a:xfrm>
            <a:prstGeom prst="lin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E61B99B2-064E-C507-CD65-F0B7E8EE97E4}"/>
                </a:ext>
              </a:extLst>
            </p:cNvPr>
            <p:cNvSpPr/>
            <p:nvPr/>
          </p:nvSpPr>
          <p:spPr>
            <a:xfrm rot="10800000" flipH="1" flipV="1">
              <a:off x="5491218" y="1524392"/>
              <a:ext cx="75466" cy="5653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512B68D6-9E2A-CE9D-E0DF-6B17FAAF2A60}"/>
                </a:ext>
              </a:extLst>
            </p:cNvPr>
            <p:cNvSpPr/>
            <p:nvPr/>
          </p:nvSpPr>
          <p:spPr>
            <a:xfrm rot="10800000" flipH="1" flipV="1">
              <a:off x="5796960" y="1524392"/>
              <a:ext cx="75466" cy="5653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A28118F1-32B5-C57F-DA97-559B9E7375C6}"/>
                </a:ext>
              </a:extLst>
            </p:cNvPr>
            <p:cNvSpPr/>
            <p:nvPr/>
          </p:nvSpPr>
          <p:spPr>
            <a:xfrm rot="10800000" flipH="1" flipV="1">
              <a:off x="5644089" y="1524400"/>
              <a:ext cx="75466" cy="5653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21EDB69-5F9E-88AF-3A93-DD21843C2EB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624689" y="1347947"/>
              <a:ext cx="184947" cy="0"/>
            </a:xfrm>
            <a:prstGeom prst="lin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38" name="Straight Connector 3137">
              <a:extLst>
                <a:ext uri="{FF2B5EF4-FFF2-40B4-BE49-F238E27FC236}">
                  <a16:creationId xmlns:a16="http://schemas.microsoft.com/office/drawing/2014/main" id="{316D0177-D95D-02F0-881B-53560DE5887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682828" y="1392476"/>
              <a:ext cx="126779" cy="0"/>
            </a:xfrm>
            <a:prstGeom prst="lin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39" name="Rectangle: Rounded Corners 3138">
              <a:extLst>
                <a:ext uri="{FF2B5EF4-FFF2-40B4-BE49-F238E27FC236}">
                  <a16:creationId xmlns:a16="http://schemas.microsoft.com/office/drawing/2014/main" id="{E2C4FF22-3027-B84E-0CFB-C71AF8CDFA09}"/>
                </a:ext>
              </a:extLst>
            </p:cNvPr>
            <p:cNvSpPr/>
            <p:nvPr/>
          </p:nvSpPr>
          <p:spPr>
            <a:xfrm rot="10800000" flipH="1" flipV="1">
              <a:off x="5797012" y="1081713"/>
              <a:ext cx="75466" cy="5653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43" name="Rectangle: Rounded Corners 3142">
              <a:extLst>
                <a:ext uri="{FF2B5EF4-FFF2-40B4-BE49-F238E27FC236}">
                  <a16:creationId xmlns:a16="http://schemas.microsoft.com/office/drawing/2014/main" id="{2A5DE6F7-18AD-4ADC-CF6F-02F3041D15D4}"/>
                </a:ext>
              </a:extLst>
            </p:cNvPr>
            <p:cNvSpPr/>
            <p:nvPr/>
          </p:nvSpPr>
          <p:spPr>
            <a:xfrm rot="10800000" flipH="1" flipV="1">
              <a:off x="5457971" y="1068269"/>
              <a:ext cx="163338" cy="699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41435</TotalTime>
  <Words>112</Words>
  <Application>Microsoft Office PowerPoint</Application>
  <PresentationFormat>Widescreen</PresentationFormat>
  <Paragraphs>67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272</cp:revision>
  <dcterms:created xsi:type="dcterms:W3CDTF">2024-05-29T20:58:41Z</dcterms:created>
  <dcterms:modified xsi:type="dcterms:W3CDTF">2026-10-08T16:45:35Z</dcterms:modified>
</cp:coreProperties>
</file>