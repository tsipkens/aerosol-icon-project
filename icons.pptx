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DA"/>
    <a:srgbClr val="D9D9D9"/>
    <a:srgbClr val="404040"/>
    <a:srgbClr val="F2F2F2"/>
    <a:srgbClr val="00A44D"/>
    <a:srgbClr val="CF3131"/>
    <a:srgbClr val="7F7F7F"/>
    <a:srgbClr val="FFE699"/>
    <a:srgbClr val="EE7D31"/>
    <a:srgbClr val="FFC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49" autoAdjust="0"/>
  </p:normalViewPr>
  <p:slideViewPr>
    <p:cSldViewPr snapToGrid="0">
      <p:cViewPr>
        <p:scale>
          <a:sx n="150" d="100"/>
          <a:sy n="150" d="100"/>
        </p:scale>
        <p:origin x="108" y="-13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83035" y="3606283"/>
                <a:ext cx="58738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83035" y="3606283"/>
                <a:ext cx="58738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2041" y="3602332"/>
                  <a:ext cx="21527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5013" y="3602330"/>
                  <a:ext cx="21527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162705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A95AA9-BC3B-992D-7C4E-F4D0191BF87E}"/>
              </a:ext>
            </a:extLst>
          </p:cNvPr>
          <p:cNvGrpSpPr/>
          <p:nvPr/>
        </p:nvGrpSpPr>
        <p:grpSpPr>
          <a:xfrm>
            <a:off x="8426872" y="4763288"/>
            <a:ext cx="644854" cy="694638"/>
            <a:chOff x="5541012" y="-898706"/>
            <a:chExt cx="628782" cy="677325"/>
          </a:xfrm>
        </p:grpSpPr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0288702A-6596-49DF-DD43-B2203C987998}"/>
                </a:ext>
              </a:extLst>
            </p:cNvPr>
            <p:cNvSpPr/>
            <p:nvPr/>
          </p:nvSpPr>
          <p:spPr>
            <a:xfrm>
              <a:off x="5541012" y="-898706"/>
              <a:ext cx="628782" cy="677325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2701D9C5-58FA-9F7D-5D4D-235742ED343A}"/>
                </a:ext>
              </a:extLst>
            </p:cNvPr>
            <p:cNvGrpSpPr/>
            <p:nvPr/>
          </p:nvGrpSpPr>
          <p:grpSpPr>
            <a:xfrm>
              <a:off x="5691372" y="-845988"/>
              <a:ext cx="328062" cy="396417"/>
              <a:chOff x="5683802" y="-841875"/>
              <a:chExt cx="328062" cy="396417"/>
            </a:xfrm>
          </p:grpSpPr>
          <p:grpSp>
            <p:nvGrpSpPr>
              <p:cNvPr id="463" name="Group 462">
                <a:extLst>
                  <a:ext uri="{FF2B5EF4-FFF2-40B4-BE49-F238E27FC236}">
                    <a16:creationId xmlns:a16="http://schemas.microsoft.com/office/drawing/2014/main" id="{57457FFA-F1BA-939C-0B25-F7481FAFF779}"/>
                  </a:ext>
                </a:extLst>
              </p:cNvPr>
              <p:cNvGrpSpPr/>
              <p:nvPr/>
            </p:nvGrpSpPr>
            <p:grpSpPr>
              <a:xfrm>
                <a:off x="5683802" y="-841875"/>
                <a:ext cx="328062" cy="350976"/>
                <a:chOff x="6345662" y="62441"/>
                <a:chExt cx="345244" cy="369359"/>
              </a:xfrm>
            </p:grpSpPr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D1350818-9ACD-14B5-48B0-A53446A83941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8" name="Rectangle: Rounded Corners 156">
                  <a:extLst>
                    <a:ext uri="{FF2B5EF4-FFF2-40B4-BE49-F238E27FC236}">
                      <a16:creationId xmlns:a16="http://schemas.microsoft.com/office/drawing/2014/main" id="{08002875-4CBA-8B9C-5DAE-8FEE14BE4AF0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9" name="Oval 498">
                  <a:extLst>
                    <a:ext uri="{FF2B5EF4-FFF2-40B4-BE49-F238E27FC236}">
                      <a16:creationId xmlns:a16="http://schemas.microsoft.com/office/drawing/2014/main" id="{B6B1E3C6-57F5-CCD7-B24C-83A97A07CE7F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00" name="Group 499">
                  <a:extLst>
                    <a:ext uri="{FF2B5EF4-FFF2-40B4-BE49-F238E27FC236}">
                      <a16:creationId xmlns:a16="http://schemas.microsoft.com/office/drawing/2014/main" id="{0CBE6FD4-2D09-1F68-6E4A-3EDFDE992F9A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C1F02A5A-9154-5198-12C7-57E90B278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C20FAA59-0549-A97D-568B-3651990664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B2FB012-2051-1FEF-574D-831ED2BD8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3802" y="-445458"/>
                <a:ext cx="156998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177B52A-B7A7-D76E-B6EE-2EE3F5784002}"/>
                </a:ext>
              </a:extLst>
            </p:cNvPr>
            <p:cNvSpPr/>
            <p:nvPr/>
          </p:nvSpPr>
          <p:spPr>
            <a:xfrm>
              <a:off x="5745072" y="-372599"/>
              <a:ext cx="220663" cy="151218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51D51F33-A826-BF1F-B99B-031DAF166119}"/>
                </a:ext>
              </a:extLst>
            </p:cNvPr>
            <p:cNvSpPr/>
            <p:nvPr/>
          </p:nvSpPr>
          <p:spPr>
            <a:xfrm>
              <a:off x="5833322" y="-317912"/>
              <a:ext cx="44163" cy="44163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7DCE386-773B-4B70-2239-269DA0F5A0A1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8726463" y="-686372"/>
            <a:chExt cx="695034" cy="834120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8726463" y="-686372"/>
              <a:ext cx="695034" cy="834120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8837541" y="-686372"/>
              <a:ext cx="472879" cy="602234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8878548" y="-546100"/>
              <a:ext cx="390866" cy="359656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8728075" y="-84138"/>
              <a:ext cx="692150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8889303" y="-603250"/>
              <a:ext cx="157162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952294-740D-33FB-E041-92F5354D1FAD}"/>
              </a:ext>
            </a:extLst>
          </p:cNvPr>
          <p:cNvGrpSpPr/>
          <p:nvPr/>
        </p:nvGrpSpPr>
        <p:grpSpPr>
          <a:xfrm>
            <a:off x="1816440" y="5295478"/>
            <a:ext cx="789600" cy="162448"/>
            <a:chOff x="2279153" y="5400760"/>
            <a:chExt cx="1055333" cy="217120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2279153" y="5485363"/>
              <a:ext cx="1055333" cy="59181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3100429" y="5450041"/>
              <a:ext cx="186572" cy="129675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2322384" y="5400760"/>
              <a:ext cx="858806" cy="217120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1" name="Oval 1030">
              <a:extLst>
                <a:ext uri="{FF2B5EF4-FFF2-40B4-BE49-F238E27FC236}">
                  <a16:creationId xmlns:a16="http://schemas.microsoft.com/office/drawing/2014/main" id="{EC1FED47-9814-270F-B94F-6A2DB9F9A7B1}"/>
                </a:ext>
              </a:extLst>
            </p:cNvPr>
            <p:cNvSpPr/>
            <p:nvPr/>
          </p:nvSpPr>
          <p:spPr>
            <a:xfrm>
              <a:off x="2678884" y="5431141"/>
              <a:ext cx="145805" cy="145805"/>
            </a:xfrm>
            <a:prstGeom prst="ellipse">
              <a:avLst/>
            </a:prstGeom>
            <a:solidFill>
              <a:srgbClr val="F6B803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6E7B0A9-83D2-209C-4313-3E598FE6427F}"/>
                </a:ext>
              </a:extLst>
            </p:cNvPr>
            <p:cNvSpPr/>
            <p:nvPr/>
          </p:nvSpPr>
          <p:spPr>
            <a:xfrm>
              <a:off x="2688494" y="5449658"/>
              <a:ext cx="126596" cy="117719"/>
            </a:xfrm>
            <a:custGeom>
              <a:avLst/>
              <a:gdLst>
                <a:gd name="connsiteX0" fmla="*/ 368979 w 794369"/>
                <a:gd name="connsiteY0" fmla="*/ 397442 h 738666"/>
                <a:gd name="connsiteX1" fmla="*/ 372436 w 794369"/>
                <a:gd name="connsiteY1" fmla="*/ 399772 h 738666"/>
                <a:gd name="connsiteX2" fmla="*/ 397153 w 794369"/>
                <a:gd name="connsiteY2" fmla="*/ 404762 h 738666"/>
                <a:gd name="connsiteX3" fmla="*/ 421870 w 794369"/>
                <a:gd name="connsiteY3" fmla="*/ 399772 h 738666"/>
                <a:gd name="connsiteX4" fmla="*/ 423284 w 794369"/>
                <a:gd name="connsiteY4" fmla="*/ 398819 h 738666"/>
                <a:gd name="connsiteX5" fmla="*/ 590204 w 794369"/>
                <a:gd name="connsiteY5" fmla="*/ 686613 h 738666"/>
                <a:gd name="connsiteX6" fmla="*/ 551841 w 794369"/>
                <a:gd name="connsiteY6" fmla="*/ 707436 h 738666"/>
                <a:gd name="connsiteX7" fmla="*/ 397153 w 794369"/>
                <a:gd name="connsiteY7" fmla="*/ 738666 h 738666"/>
                <a:gd name="connsiteX8" fmla="*/ 242466 w 794369"/>
                <a:gd name="connsiteY8" fmla="*/ 707436 h 738666"/>
                <a:gd name="connsiteX9" fmla="*/ 201940 w 794369"/>
                <a:gd name="connsiteY9" fmla="*/ 685440 h 738666"/>
                <a:gd name="connsiteX10" fmla="*/ 397153 w 794369"/>
                <a:gd name="connsiteY10" fmla="*/ 299948 h 738666"/>
                <a:gd name="connsiteX11" fmla="*/ 438467 w 794369"/>
                <a:gd name="connsiteY11" fmla="*/ 341262 h 738666"/>
                <a:gd name="connsiteX12" fmla="*/ 397153 w 794369"/>
                <a:gd name="connsiteY12" fmla="*/ 382576 h 738666"/>
                <a:gd name="connsiteX13" fmla="*/ 355839 w 794369"/>
                <a:gd name="connsiteY13" fmla="*/ 341262 h 738666"/>
                <a:gd name="connsiteX14" fmla="*/ 397153 w 794369"/>
                <a:gd name="connsiteY14" fmla="*/ 299948 h 738666"/>
                <a:gd name="connsiteX15" fmla="*/ 194535 w 794369"/>
                <a:gd name="connsiteY15" fmla="*/ 1106 h 738666"/>
                <a:gd name="connsiteX16" fmla="*/ 361428 w 794369"/>
                <a:gd name="connsiteY16" fmla="*/ 290174 h 738666"/>
                <a:gd name="connsiteX17" fmla="*/ 352252 w 794369"/>
                <a:gd name="connsiteY17" fmla="*/ 296361 h 738666"/>
                <a:gd name="connsiteX18" fmla="*/ 338643 w 794369"/>
                <a:gd name="connsiteY18" fmla="*/ 316545 h 738666"/>
                <a:gd name="connsiteX19" fmla="*/ 334019 w 794369"/>
                <a:gd name="connsiteY19" fmla="*/ 339448 h 738666"/>
                <a:gd name="connsiteX20" fmla="*/ 0 w 794369"/>
                <a:gd name="connsiteY20" fmla="*/ 338785 h 738666"/>
                <a:gd name="connsiteX21" fmla="*/ 7824 w 794369"/>
                <a:gd name="connsiteY21" fmla="*/ 261172 h 738666"/>
                <a:gd name="connsiteX22" fmla="*/ 174962 w 794369"/>
                <a:gd name="connsiteY22" fmla="*/ 11729 h 738666"/>
                <a:gd name="connsiteX23" fmla="*/ 597737 w 794369"/>
                <a:gd name="connsiteY23" fmla="*/ 0 h 738666"/>
                <a:gd name="connsiteX24" fmla="*/ 619345 w 794369"/>
                <a:gd name="connsiteY24" fmla="*/ 11728 h 738666"/>
                <a:gd name="connsiteX25" fmla="*/ 786483 w 794369"/>
                <a:gd name="connsiteY25" fmla="*/ 261171 h 738666"/>
                <a:gd name="connsiteX26" fmla="*/ 794369 w 794369"/>
                <a:gd name="connsiteY26" fmla="*/ 339394 h 738666"/>
                <a:gd name="connsiteX27" fmla="*/ 460142 w 794369"/>
                <a:gd name="connsiteY27" fmla="*/ 338730 h 738666"/>
                <a:gd name="connsiteX28" fmla="*/ 455663 w 794369"/>
                <a:gd name="connsiteY28" fmla="*/ 316545 h 738666"/>
                <a:gd name="connsiteX29" fmla="*/ 442054 w 794369"/>
                <a:gd name="connsiteY29" fmla="*/ 296361 h 738666"/>
                <a:gd name="connsiteX30" fmla="*/ 431504 w 794369"/>
                <a:gd name="connsiteY30" fmla="*/ 289248 h 73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94369" h="738666">
                  <a:moveTo>
                    <a:pt x="368979" y="397442"/>
                  </a:moveTo>
                  <a:lnTo>
                    <a:pt x="372436" y="399772"/>
                  </a:lnTo>
                  <a:cubicBezTo>
                    <a:pt x="380033" y="402985"/>
                    <a:pt x="388386" y="404762"/>
                    <a:pt x="397153" y="404762"/>
                  </a:cubicBezTo>
                  <a:cubicBezTo>
                    <a:pt x="405921" y="404762"/>
                    <a:pt x="414273" y="402985"/>
                    <a:pt x="421870" y="399772"/>
                  </a:cubicBezTo>
                  <a:lnTo>
                    <a:pt x="423284" y="398819"/>
                  </a:lnTo>
                  <a:lnTo>
                    <a:pt x="590204" y="686613"/>
                  </a:lnTo>
                  <a:lnTo>
                    <a:pt x="551841" y="707436"/>
                  </a:lnTo>
                  <a:cubicBezTo>
                    <a:pt x="504296" y="727546"/>
                    <a:pt x="452023" y="738666"/>
                    <a:pt x="397153" y="738666"/>
                  </a:cubicBezTo>
                  <a:cubicBezTo>
                    <a:pt x="342283" y="738666"/>
                    <a:pt x="290010" y="727546"/>
                    <a:pt x="242466" y="707436"/>
                  </a:cubicBezTo>
                  <a:lnTo>
                    <a:pt x="201940" y="685440"/>
                  </a:lnTo>
                  <a:close/>
                  <a:moveTo>
                    <a:pt x="397153" y="299948"/>
                  </a:moveTo>
                  <a:cubicBezTo>
                    <a:pt x="419970" y="299948"/>
                    <a:pt x="438467" y="318445"/>
                    <a:pt x="438467" y="341262"/>
                  </a:cubicBezTo>
                  <a:cubicBezTo>
                    <a:pt x="438467" y="364079"/>
                    <a:pt x="419970" y="382576"/>
                    <a:pt x="397153" y="382576"/>
                  </a:cubicBezTo>
                  <a:cubicBezTo>
                    <a:pt x="374336" y="382576"/>
                    <a:pt x="355839" y="364079"/>
                    <a:pt x="355839" y="341262"/>
                  </a:cubicBezTo>
                  <a:cubicBezTo>
                    <a:pt x="355839" y="318445"/>
                    <a:pt x="374336" y="299948"/>
                    <a:pt x="397153" y="299948"/>
                  </a:cubicBezTo>
                  <a:close/>
                  <a:moveTo>
                    <a:pt x="194535" y="1106"/>
                  </a:moveTo>
                  <a:lnTo>
                    <a:pt x="361428" y="290174"/>
                  </a:lnTo>
                  <a:lnTo>
                    <a:pt x="352252" y="296361"/>
                  </a:lnTo>
                  <a:cubicBezTo>
                    <a:pt x="346506" y="302107"/>
                    <a:pt x="341856" y="308948"/>
                    <a:pt x="338643" y="316545"/>
                  </a:cubicBezTo>
                  <a:lnTo>
                    <a:pt x="334019" y="339448"/>
                  </a:lnTo>
                  <a:lnTo>
                    <a:pt x="0" y="338785"/>
                  </a:lnTo>
                  <a:lnTo>
                    <a:pt x="7824" y="261172"/>
                  </a:lnTo>
                  <a:cubicBezTo>
                    <a:pt x="28999" y="157692"/>
                    <a:pt x="90394" y="68863"/>
                    <a:pt x="174962" y="11729"/>
                  </a:cubicBezTo>
                  <a:close/>
                  <a:moveTo>
                    <a:pt x="597737" y="0"/>
                  </a:moveTo>
                  <a:lnTo>
                    <a:pt x="619345" y="11728"/>
                  </a:lnTo>
                  <a:cubicBezTo>
                    <a:pt x="703913" y="68862"/>
                    <a:pt x="765308" y="157691"/>
                    <a:pt x="786483" y="261171"/>
                  </a:cubicBezTo>
                  <a:lnTo>
                    <a:pt x="794369" y="339394"/>
                  </a:lnTo>
                  <a:lnTo>
                    <a:pt x="460142" y="338730"/>
                  </a:lnTo>
                  <a:lnTo>
                    <a:pt x="455663" y="316545"/>
                  </a:lnTo>
                  <a:cubicBezTo>
                    <a:pt x="452450" y="308948"/>
                    <a:pt x="447800" y="302107"/>
                    <a:pt x="442054" y="296361"/>
                  </a:cubicBezTo>
                  <a:lnTo>
                    <a:pt x="431504" y="28924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4322027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459000-097E-FAA1-3954-E73E90B92991}"/>
              </a:ext>
            </a:extLst>
          </p:cNvPr>
          <p:cNvGrpSpPr/>
          <p:nvPr/>
        </p:nvGrpSpPr>
        <p:grpSpPr>
          <a:xfrm>
            <a:off x="4445640" y="4428575"/>
            <a:ext cx="642220" cy="1029351"/>
            <a:chOff x="4445640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4948442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4530485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4447842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4527730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4445640" y="5113010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D372966-EBA3-C3D1-56E8-E02825523EE0}"/>
                </a:ext>
              </a:extLst>
            </p:cNvPr>
            <p:cNvGrpSpPr/>
            <p:nvPr/>
          </p:nvGrpSpPr>
          <p:grpSpPr>
            <a:xfrm>
              <a:off x="4750523" y="5137838"/>
              <a:ext cx="145805" cy="145805"/>
              <a:chOff x="4291784" y="5431141"/>
              <a:chExt cx="145805" cy="145805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5E3B334-86D3-A757-970B-7E0426373419}"/>
                  </a:ext>
                </a:extLst>
              </p:cNvPr>
              <p:cNvSpPr/>
              <p:nvPr/>
            </p:nvSpPr>
            <p:spPr>
              <a:xfrm>
                <a:off x="4291784" y="5431141"/>
                <a:ext cx="145805" cy="145805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869EB9AF-00BE-B628-E184-16EED4F95D5C}"/>
                  </a:ext>
                </a:extLst>
              </p:cNvPr>
              <p:cNvSpPr/>
              <p:nvPr/>
            </p:nvSpPr>
            <p:spPr>
              <a:xfrm>
                <a:off x="4301394" y="5449658"/>
                <a:ext cx="126596" cy="117719"/>
              </a:xfrm>
              <a:custGeom>
                <a:avLst/>
                <a:gdLst>
                  <a:gd name="connsiteX0" fmla="*/ 368979 w 794369"/>
                  <a:gd name="connsiteY0" fmla="*/ 397442 h 738666"/>
                  <a:gd name="connsiteX1" fmla="*/ 372436 w 794369"/>
                  <a:gd name="connsiteY1" fmla="*/ 399772 h 738666"/>
                  <a:gd name="connsiteX2" fmla="*/ 397153 w 794369"/>
                  <a:gd name="connsiteY2" fmla="*/ 404762 h 738666"/>
                  <a:gd name="connsiteX3" fmla="*/ 421870 w 794369"/>
                  <a:gd name="connsiteY3" fmla="*/ 399772 h 738666"/>
                  <a:gd name="connsiteX4" fmla="*/ 423284 w 794369"/>
                  <a:gd name="connsiteY4" fmla="*/ 398819 h 738666"/>
                  <a:gd name="connsiteX5" fmla="*/ 590204 w 794369"/>
                  <a:gd name="connsiteY5" fmla="*/ 686613 h 738666"/>
                  <a:gd name="connsiteX6" fmla="*/ 551841 w 794369"/>
                  <a:gd name="connsiteY6" fmla="*/ 707436 h 738666"/>
                  <a:gd name="connsiteX7" fmla="*/ 397153 w 794369"/>
                  <a:gd name="connsiteY7" fmla="*/ 738666 h 738666"/>
                  <a:gd name="connsiteX8" fmla="*/ 242466 w 794369"/>
                  <a:gd name="connsiteY8" fmla="*/ 707436 h 738666"/>
                  <a:gd name="connsiteX9" fmla="*/ 201940 w 794369"/>
                  <a:gd name="connsiteY9" fmla="*/ 685440 h 738666"/>
                  <a:gd name="connsiteX10" fmla="*/ 397153 w 794369"/>
                  <a:gd name="connsiteY10" fmla="*/ 299948 h 738666"/>
                  <a:gd name="connsiteX11" fmla="*/ 438467 w 794369"/>
                  <a:gd name="connsiteY11" fmla="*/ 341262 h 738666"/>
                  <a:gd name="connsiteX12" fmla="*/ 397153 w 794369"/>
                  <a:gd name="connsiteY12" fmla="*/ 382576 h 738666"/>
                  <a:gd name="connsiteX13" fmla="*/ 355839 w 794369"/>
                  <a:gd name="connsiteY13" fmla="*/ 341262 h 738666"/>
                  <a:gd name="connsiteX14" fmla="*/ 397153 w 794369"/>
                  <a:gd name="connsiteY14" fmla="*/ 299948 h 738666"/>
                  <a:gd name="connsiteX15" fmla="*/ 194535 w 794369"/>
                  <a:gd name="connsiteY15" fmla="*/ 1106 h 738666"/>
                  <a:gd name="connsiteX16" fmla="*/ 361428 w 794369"/>
                  <a:gd name="connsiteY16" fmla="*/ 290174 h 738666"/>
                  <a:gd name="connsiteX17" fmla="*/ 352252 w 794369"/>
                  <a:gd name="connsiteY17" fmla="*/ 296361 h 738666"/>
                  <a:gd name="connsiteX18" fmla="*/ 338643 w 794369"/>
                  <a:gd name="connsiteY18" fmla="*/ 316545 h 738666"/>
                  <a:gd name="connsiteX19" fmla="*/ 334019 w 794369"/>
                  <a:gd name="connsiteY19" fmla="*/ 339448 h 738666"/>
                  <a:gd name="connsiteX20" fmla="*/ 0 w 794369"/>
                  <a:gd name="connsiteY20" fmla="*/ 338785 h 738666"/>
                  <a:gd name="connsiteX21" fmla="*/ 7824 w 794369"/>
                  <a:gd name="connsiteY21" fmla="*/ 261172 h 738666"/>
                  <a:gd name="connsiteX22" fmla="*/ 174962 w 794369"/>
                  <a:gd name="connsiteY22" fmla="*/ 11729 h 738666"/>
                  <a:gd name="connsiteX23" fmla="*/ 597737 w 794369"/>
                  <a:gd name="connsiteY23" fmla="*/ 0 h 738666"/>
                  <a:gd name="connsiteX24" fmla="*/ 619345 w 794369"/>
                  <a:gd name="connsiteY24" fmla="*/ 11728 h 738666"/>
                  <a:gd name="connsiteX25" fmla="*/ 786483 w 794369"/>
                  <a:gd name="connsiteY25" fmla="*/ 261171 h 738666"/>
                  <a:gd name="connsiteX26" fmla="*/ 794369 w 794369"/>
                  <a:gd name="connsiteY26" fmla="*/ 339394 h 738666"/>
                  <a:gd name="connsiteX27" fmla="*/ 460142 w 794369"/>
                  <a:gd name="connsiteY27" fmla="*/ 338730 h 738666"/>
                  <a:gd name="connsiteX28" fmla="*/ 455663 w 794369"/>
                  <a:gd name="connsiteY28" fmla="*/ 316545 h 738666"/>
                  <a:gd name="connsiteX29" fmla="*/ 442054 w 794369"/>
                  <a:gd name="connsiteY29" fmla="*/ 296361 h 738666"/>
                  <a:gd name="connsiteX30" fmla="*/ 431504 w 794369"/>
                  <a:gd name="connsiteY30" fmla="*/ 289248 h 7386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94369" h="738666">
                    <a:moveTo>
                      <a:pt x="368979" y="397442"/>
                    </a:moveTo>
                    <a:lnTo>
                      <a:pt x="372436" y="399772"/>
                    </a:lnTo>
                    <a:cubicBezTo>
                      <a:pt x="380033" y="402985"/>
                      <a:pt x="388386" y="404762"/>
                      <a:pt x="397153" y="404762"/>
                    </a:cubicBezTo>
                    <a:cubicBezTo>
                      <a:pt x="405921" y="404762"/>
                      <a:pt x="414273" y="402985"/>
                      <a:pt x="421870" y="399772"/>
                    </a:cubicBezTo>
                    <a:lnTo>
                      <a:pt x="423284" y="398819"/>
                    </a:lnTo>
                    <a:lnTo>
                      <a:pt x="590204" y="686613"/>
                    </a:lnTo>
                    <a:lnTo>
                      <a:pt x="551841" y="707436"/>
                    </a:lnTo>
                    <a:cubicBezTo>
                      <a:pt x="504296" y="727546"/>
                      <a:pt x="452023" y="738666"/>
                      <a:pt x="397153" y="738666"/>
                    </a:cubicBezTo>
                    <a:cubicBezTo>
                      <a:pt x="342283" y="738666"/>
                      <a:pt x="290010" y="727546"/>
                      <a:pt x="242466" y="707436"/>
                    </a:cubicBezTo>
                    <a:lnTo>
                      <a:pt x="201940" y="685440"/>
                    </a:lnTo>
                    <a:close/>
                    <a:moveTo>
                      <a:pt x="397153" y="299948"/>
                    </a:moveTo>
                    <a:cubicBezTo>
                      <a:pt x="419970" y="299948"/>
                      <a:pt x="438467" y="318445"/>
                      <a:pt x="438467" y="341262"/>
                    </a:cubicBezTo>
                    <a:cubicBezTo>
                      <a:pt x="438467" y="364079"/>
                      <a:pt x="419970" y="382576"/>
                      <a:pt x="397153" y="382576"/>
                    </a:cubicBezTo>
                    <a:cubicBezTo>
                      <a:pt x="374336" y="382576"/>
                      <a:pt x="355839" y="364079"/>
                      <a:pt x="355839" y="341262"/>
                    </a:cubicBezTo>
                    <a:cubicBezTo>
                      <a:pt x="355839" y="318445"/>
                      <a:pt x="374336" y="299948"/>
                      <a:pt x="397153" y="299948"/>
                    </a:cubicBezTo>
                    <a:close/>
                    <a:moveTo>
                      <a:pt x="194535" y="1106"/>
                    </a:moveTo>
                    <a:lnTo>
                      <a:pt x="361428" y="290174"/>
                    </a:lnTo>
                    <a:lnTo>
                      <a:pt x="352252" y="296361"/>
                    </a:lnTo>
                    <a:cubicBezTo>
                      <a:pt x="346506" y="302107"/>
                      <a:pt x="341856" y="308948"/>
                      <a:pt x="338643" y="316545"/>
                    </a:cubicBezTo>
                    <a:lnTo>
                      <a:pt x="334019" y="339448"/>
                    </a:lnTo>
                    <a:lnTo>
                      <a:pt x="0" y="338785"/>
                    </a:lnTo>
                    <a:lnTo>
                      <a:pt x="7824" y="261172"/>
                    </a:lnTo>
                    <a:cubicBezTo>
                      <a:pt x="28999" y="157692"/>
                      <a:pt x="90394" y="68863"/>
                      <a:pt x="174962" y="11729"/>
                    </a:cubicBezTo>
                    <a:close/>
                    <a:moveTo>
                      <a:pt x="597737" y="0"/>
                    </a:moveTo>
                    <a:lnTo>
                      <a:pt x="619345" y="11728"/>
                    </a:lnTo>
                    <a:cubicBezTo>
                      <a:pt x="703913" y="68862"/>
                      <a:pt x="765308" y="157691"/>
                      <a:pt x="786483" y="261171"/>
                    </a:cubicBezTo>
                    <a:lnTo>
                      <a:pt x="794369" y="339394"/>
                    </a:lnTo>
                    <a:lnTo>
                      <a:pt x="460142" y="338730"/>
                    </a:lnTo>
                    <a:lnTo>
                      <a:pt x="455663" y="316545"/>
                    </a:lnTo>
                    <a:cubicBezTo>
                      <a:pt x="452450" y="308948"/>
                      <a:pt x="447800" y="302107"/>
                      <a:pt x="442054" y="296361"/>
                    </a:cubicBezTo>
                    <a:lnTo>
                      <a:pt x="431504" y="28924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58046D3F-A53B-5AA4-EBBB-978BFE44316F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324122" y="4588529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6826924" y="4588529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408967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326324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324122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394042" y="4924479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16582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71104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57F8C6B-B2B4-E3F9-FA80-7CDA74E71F1C}"/>
                </a:ext>
              </a:extLst>
            </p:cNvPr>
            <p:cNvSpPr/>
            <p:nvPr/>
          </p:nvSpPr>
          <p:spPr>
            <a:xfrm>
              <a:off x="6453047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B04293EC-13E8-9BF3-9232-D94830DD70AB}"/>
                </a:ext>
              </a:extLst>
            </p:cNvPr>
            <p:cNvSpPr/>
            <p:nvPr/>
          </p:nvSpPr>
          <p:spPr>
            <a:xfrm>
              <a:off x="6543553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7BFC8B17-7281-39AA-578E-43A5A4A1E187}"/>
              </a:ext>
            </a:extLst>
          </p:cNvPr>
          <p:cNvGrpSpPr/>
          <p:nvPr/>
        </p:nvGrpSpPr>
        <p:grpSpPr>
          <a:xfrm>
            <a:off x="5823590" y="4428575"/>
            <a:ext cx="642220" cy="1029351"/>
            <a:chOff x="5598213" y="4588529"/>
            <a:chExt cx="642220" cy="1029351"/>
          </a:xfrm>
        </p:grpSpPr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69621EE3-8E8F-AD2F-29EF-28FBD9F986A6}"/>
                </a:ext>
              </a:extLst>
            </p:cNvPr>
            <p:cNvGrpSpPr/>
            <p:nvPr/>
          </p:nvGrpSpPr>
          <p:grpSpPr>
            <a:xfrm>
              <a:off x="6101015" y="4588529"/>
              <a:ext cx="139418" cy="986048"/>
              <a:chOff x="3682999" y="-759257"/>
              <a:chExt cx="133963" cy="947469"/>
            </a:xfrm>
          </p:grpSpPr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C17A905D-D484-36F2-DD0D-0F3F616261F2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146" name="Rectangle: Top Corners Rounded 1145">
                <a:extLst>
                  <a:ext uri="{FF2B5EF4-FFF2-40B4-BE49-F238E27FC236}">
                    <a16:creationId xmlns:a16="http://schemas.microsoft.com/office/drawing/2014/main" id="{11A05FF0-7372-4A8D-0745-AAE00145CC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14F7999B-77E2-0B9C-F4A0-5FCE4E6A6A2F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48" name="Rectangle: Rounded Corners 1147">
                <a:extLst>
                  <a:ext uri="{FF2B5EF4-FFF2-40B4-BE49-F238E27FC236}">
                    <a16:creationId xmlns:a16="http://schemas.microsoft.com/office/drawing/2014/main" id="{35572A43-39F0-82D0-8297-4B2EF3E185DD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6D6B1A46-F1D3-8A22-544E-08542F286D4E}"/>
                </a:ext>
              </a:extLst>
            </p:cNvPr>
            <p:cNvSpPr/>
            <p:nvPr/>
          </p:nvSpPr>
          <p:spPr>
            <a:xfrm>
              <a:off x="5683058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1104" name="Rectangle: Rounded Corners 1103">
              <a:extLst>
                <a:ext uri="{FF2B5EF4-FFF2-40B4-BE49-F238E27FC236}">
                  <a16:creationId xmlns:a16="http://schemas.microsoft.com/office/drawing/2014/main" id="{081B8EA4-DA9E-8262-9BAC-AF80322D505F}"/>
                </a:ext>
              </a:extLst>
            </p:cNvPr>
            <p:cNvSpPr/>
            <p:nvPr/>
          </p:nvSpPr>
          <p:spPr>
            <a:xfrm>
              <a:off x="5600415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E706D4D-38E7-70C1-DA87-1D34A28465D5}"/>
                </a:ext>
              </a:extLst>
            </p:cNvPr>
            <p:cNvGrpSpPr/>
            <p:nvPr/>
          </p:nvGrpSpPr>
          <p:grpSpPr>
            <a:xfrm>
              <a:off x="5680303" y="4899553"/>
              <a:ext cx="309396" cy="331007"/>
              <a:chOff x="6345662" y="62441"/>
              <a:chExt cx="345244" cy="369359"/>
            </a:xfrm>
          </p:grpSpPr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BA86E-49AE-EB92-E7DF-C9416A19DDEF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8" name="Rectangle: Rounded Corners 156">
                <a:extLst>
                  <a:ext uri="{FF2B5EF4-FFF2-40B4-BE49-F238E27FC236}">
                    <a16:creationId xmlns:a16="http://schemas.microsoft.com/office/drawing/2014/main" id="{7AA9972F-FDAE-568E-4C06-EFDB3AA82CBC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5AEEED40-4248-9937-A771-0AE209833707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34" name="Group 1133">
                <a:extLst>
                  <a:ext uri="{FF2B5EF4-FFF2-40B4-BE49-F238E27FC236}">
                    <a16:creationId xmlns:a16="http://schemas.microsoft.com/office/drawing/2014/main" id="{6E95741C-54B3-61C3-57A6-5D42B5B81FF0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B7E3836C-E1CA-11F8-9082-53348849D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3AC2F56E-D853-D798-E907-A553931CA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CDB3088D-4850-0128-3116-9B11090750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8213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586F1BD-95FD-52A9-9982-02ABB41BF574}"/>
                </a:ext>
              </a:extLst>
            </p:cNvPr>
            <p:cNvSpPr/>
            <p:nvPr/>
          </p:nvSpPr>
          <p:spPr>
            <a:xfrm>
              <a:off x="5727491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F65C299A-9C82-FC4F-3032-CF8BB038B7B6}"/>
                </a:ext>
              </a:extLst>
            </p:cNvPr>
            <p:cNvSpPr/>
            <p:nvPr/>
          </p:nvSpPr>
          <p:spPr>
            <a:xfrm>
              <a:off x="5817997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259176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9555993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9424932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3546807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3187370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A24326D9-3B59-955E-A6A1-3D766EED949A}"/>
              </a:ext>
            </a:extLst>
          </p:cNvPr>
          <p:cNvGrpSpPr/>
          <p:nvPr/>
        </p:nvGrpSpPr>
        <p:grpSpPr>
          <a:xfrm>
            <a:off x="9729909" y="4428575"/>
            <a:ext cx="1363123" cy="1029351"/>
            <a:chOff x="9729909" y="4428575"/>
            <a:chExt cx="1363123" cy="1029351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9FB9D29-1C14-DD7A-9262-9A706835A4B4}"/>
                </a:ext>
              </a:extLst>
            </p:cNvPr>
            <p:cNvGrpSpPr/>
            <p:nvPr/>
          </p:nvGrpSpPr>
          <p:grpSpPr>
            <a:xfrm>
              <a:off x="9729909" y="4428575"/>
              <a:ext cx="642220" cy="1029351"/>
              <a:chOff x="4445640" y="4428575"/>
              <a:chExt cx="642220" cy="1029351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1204D61-FC70-4EC1-8E97-F1E80212841C}"/>
                  </a:ext>
                </a:extLst>
              </p:cNvPr>
              <p:cNvGrpSpPr/>
              <p:nvPr/>
            </p:nvGrpSpPr>
            <p:grpSpPr>
              <a:xfrm>
                <a:off x="4948442" y="4428575"/>
                <a:ext cx="139418" cy="986048"/>
                <a:chOff x="3682999" y="-759257"/>
                <a:chExt cx="133963" cy="947469"/>
              </a:xfrm>
            </p:grpSpPr>
            <p:sp>
              <p:nvSpPr>
                <p:cNvPr id="467" name="Freeform: Shape 466">
                  <a:extLst>
                    <a:ext uri="{FF2B5EF4-FFF2-40B4-BE49-F238E27FC236}">
                      <a16:creationId xmlns:a16="http://schemas.microsoft.com/office/drawing/2014/main" id="{DDF87667-3F32-CF01-8E7D-F9C627CB439A}"/>
                    </a:ext>
                  </a:extLst>
                </p:cNvPr>
                <p:cNvSpPr/>
                <p:nvPr/>
              </p:nvSpPr>
              <p:spPr>
                <a:xfrm>
                  <a:off x="3710623" y="-704905"/>
                  <a:ext cx="65215" cy="831573"/>
                </a:xfrm>
                <a:custGeom>
                  <a:avLst/>
                  <a:gdLst>
                    <a:gd name="connsiteX0" fmla="*/ 0 w 65215"/>
                    <a:gd name="connsiteY0" fmla="*/ 0 h 831573"/>
                    <a:gd name="connsiteX1" fmla="*/ 65215 w 65215"/>
                    <a:gd name="connsiteY1" fmla="*/ 0 h 831573"/>
                    <a:gd name="connsiteX2" fmla="*/ 65215 w 65215"/>
                    <a:gd name="connsiteY2" fmla="*/ 831574 h 831573"/>
                    <a:gd name="connsiteX3" fmla="*/ 0 w 65215"/>
                    <a:gd name="connsiteY3" fmla="*/ 831574 h 8315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215" h="831573">
                      <a:moveTo>
                        <a:pt x="0" y="0"/>
                      </a:moveTo>
                      <a:lnTo>
                        <a:pt x="65215" y="0"/>
                      </a:lnTo>
                      <a:lnTo>
                        <a:pt x="65215" y="831574"/>
                      </a:lnTo>
                      <a:lnTo>
                        <a:pt x="0" y="831574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68" name="Rectangle: Top Corners Rounded 467">
                  <a:extLst>
                    <a:ext uri="{FF2B5EF4-FFF2-40B4-BE49-F238E27FC236}">
                      <a16:creationId xmlns:a16="http://schemas.microsoft.com/office/drawing/2014/main" id="{6636B04F-DF3B-070D-4265-908928193F3D}"/>
                    </a:ext>
                  </a:extLst>
                </p:cNvPr>
                <p:cNvSpPr/>
                <p:nvPr/>
              </p:nvSpPr>
              <p:spPr>
                <a:xfrm>
                  <a:off x="3689565" y="125610"/>
                  <a:ext cx="107330" cy="62602"/>
                </a:xfrm>
                <a:prstGeom prst="round2Same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en-CA" sz="900"/>
                </a:p>
              </p:txBody>
            </p:sp>
            <p:sp>
              <p:nvSpPr>
                <p:cNvPr id="469" name="Freeform: Shape 468">
                  <a:extLst>
                    <a:ext uri="{FF2B5EF4-FFF2-40B4-BE49-F238E27FC236}">
                      <a16:creationId xmlns:a16="http://schemas.microsoft.com/office/drawing/2014/main" id="{59866BA2-F511-0631-CF1E-BEB8DCBC53AA}"/>
                    </a:ext>
                  </a:extLst>
                </p:cNvPr>
                <p:cNvSpPr/>
                <p:nvPr/>
              </p:nvSpPr>
              <p:spPr>
                <a:xfrm>
                  <a:off x="3682999" y="-714573"/>
                  <a:ext cx="133963" cy="833636"/>
                </a:xfrm>
                <a:custGeom>
                  <a:avLst/>
                  <a:gdLst>
                    <a:gd name="connsiteX0" fmla="*/ 47638 w 279676"/>
                    <a:gd name="connsiteY0" fmla="*/ 661459 h 661459"/>
                    <a:gd name="connsiteX1" fmla="*/ 15888 w 279676"/>
                    <a:gd name="connsiteY1" fmla="*/ 444500 h 661459"/>
                    <a:gd name="connsiteX2" fmla="*/ 268830 w 279676"/>
                    <a:gd name="connsiteY2" fmla="*/ 182034 h 661459"/>
                    <a:gd name="connsiteX3" fmla="*/ 232846 w 279676"/>
                    <a:gd name="connsiteY3" fmla="*/ 65617 h 661459"/>
                    <a:gd name="connsiteX4" fmla="*/ 227555 w 279676"/>
                    <a:gd name="connsiteY4" fmla="*/ 0 h 661459"/>
                    <a:gd name="connsiteX0" fmla="*/ 46470 w 264894"/>
                    <a:gd name="connsiteY0" fmla="*/ 661459 h 661459"/>
                    <a:gd name="connsiteX1" fmla="*/ 14720 w 264894"/>
                    <a:gd name="connsiteY1" fmla="*/ 444500 h 661459"/>
                    <a:gd name="connsiteX2" fmla="*/ 251787 w 264894"/>
                    <a:gd name="connsiteY2" fmla="*/ 258234 h 661459"/>
                    <a:gd name="connsiteX3" fmla="*/ 231678 w 264894"/>
                    <a:gd name="connsiteY3" fmla="*/ 65617 h 661459"/>
                    <a:gd name="connsiteX4" fmla="*/ 226387 w 264894"/>
                    <a:gd name="connsiteY4" fmla="*/ 0 h 66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894" h="661459">
                      <a:moveTo>
                        <a:pt x="46470" y="661459"/>
                      </a:moveTo>
                      <a:cubicBezTo>
                        <a:pt x="12162" y="592931"/>
                        <a:pt x="-19500" y="511704"/>
                        <a:pt x="14720" y="444500"/>
                      </a:cubicBezTo>
                      <a:cubicBezTo>
                        <a:pt x="48940" y="377296"/>
                        <a:pt x="215627" y="321381"/>
                        <a:pt x="251787" y="258234"/>
                      </a:cubicBezTo>
                      <a:cubicBezTo>
                        <a:pt x="287947" y="195087"/>
                        <a:pt x="238557" y="95956"/>
                        <a:pt x="231678" y="65617"/>
                      </a:cubicBezTo>
                      <a:cubicBezTo>
                        <a:pt x="224799" y="35278"/>
                        <a:pt x="225593" y="17639"/>
                        <a:pt x="226387" y="0"/>
                      </a:cubicBezTo>
                    </a:path>
                  </a:pathLst>
                </a:cu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100"/>
                </a:p>
              </p:txBody>
            </p:sp>
            <p:sp>
              <p:nvSpPr>
                <p:cNvPr id="470" name="Rectangle: Rounded Corners 469">
                  <a:extLst>
                    <a:ext uri="{FF2B5EF4-FFF2-40B4-BE49-F238E27FC236}">
                      <a16:creationId xmlns:a16="http://schemas.microsoft.com/office/drawing/2014/main" id="{D86E1E7A-CF5D-E0C4-CE87-AEDCDA136330}"/>
                    </a:ext>
                  </a:extLst>
                </p:cNvPr>
                <p:cNvSpPr/>
                <p:nvPr/>
              </p:nvSpPr>
              <p:spPr>
                <a:xfrm>
                  <a:off x="3684801" y="-759257"/>
                  <a:ext cx="123977" cy="62602"/>
                </a:xfrm>
                <a:prstGeom prst="round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7D9CFFC-C83A-BB99-3DB6-2B77E52F6B3D}"/>
                  </a:ext>
                </a:extLst>
              </p:cNvPr>
              <p:cNvSpPr/>
              <p:nvPr/>
            </p:nvSpPr>
            <p:spPr>
              <a:xfrm>
                <a:off x="4530485" y="5410344"/>
                <a:ext cx="553816" cy="47581"/>
              </a:xfrm>
              <a:prstGeom prst="roundRect">
                <a:avLst>
                  <a:gd name="adj" fmla="val 6063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849A27ED-2F21-E859-EB96-3DB9C3669175}"/>
                  </a:ext>
                </a:extLst>
              </p:cNvPr>
              <p:cNvSpPr/>
              <p:nvPr/>
            </p:nvSpPr>
            <p:spPr>
              <a:xfrm>
                <a:off x="4447842" y="4683284"/>
                <a:ext cx="477299" cy="774642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27A6D55-40F9-D288-2630-2350E5C4A9A5}"/>
                  </a:ext>
                </a:extLst>
              </p:cNvPr>
              <p:cNvGrpSpPr/>
              <p:nvPr/>
            </p:nvGrpSpPr>
            <p:grpSpPr>
              <a:xfrm>
                <a:off x="4527730" y="4739599"/>
                <a:ext cx="309396" cy="331007"/>
                <a:chOff x="6345662" y="62441"/>
                <a:chExt cx="345244" cy="369359"/>
              </a:xfrm>
            </p:grpSpPr>
            <p:sp>
              <p:nvSpPr>
                <p:cNvPr id="460" name="Freeform: Shape 459">
                  <a:extLst>
                    <a:ext uri="{FF2B5EF4-FFF2-40B4-BE49-F238E27FC236}">
                      <a16:creationId xmlns:a16="http://schemas.microsoft.com/office/drawing/2014/main" id="{63D2318B-0945-BC38-A800-03083C795BB3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1" name="Rectangle: Rounded Corners 156">
                  <a:extLst>
                    <a:ext uri="{FF2B5EF4-FFF2-40B4-BE49-F238E27FC236}">
                      <a16:creationId xmlns:a16="http://schemas.microsoft.com/office/drawing/2014/main" id="{3E8BD656-21C1-023E-C7B9-1CF46AFB54EE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2" name="Oval 461">
                  <a:extLst>
                    <a:ext uri="{FF2B5EF4-FFF2-40B4-BE49-F238E27FC236}">
                      <a16:creationId xmlns:a16="http://schemas.microsoft.com/office/drawing/2014/main" id="{FB44E691-FDDD-76E7-D888-266783667116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603E86FA-1494-69D7-E77D-0F14C3D62E00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465" name="Straight Connector 464">
                    <a:extLst>
                      <a:ext uri="{FF2B5EF4-FFF2-40B4-BE49-F238E27FC236}">
                        <a16:creationId xmlns:a16="http://schemas.microsoft.com/office/drawing/2014/main" id="{1A83CFF0-F16E-598C-0E86-47589ABD7E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6" name="Straight Connector 465">
                    <a:extLst>
                      <a:ext uri="{FF2B5EF4-FFF2-40B4-BE49-F238E27FC236}">
                        <a16:creationId xmlns:a16="http://schemas.microsoft.com/office/drawing/2014/main" id="{0605F8DE-05CE-C164-6B19-14A3F60CAD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99AFA634-22CD-967B-86B2-2A2B68B5F2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5640" y="5113010"/>
                <a:ext cx="48022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8" name="Group 447">
                <a:extLst>
                  <a:ext uri="{FF2B5EF4-FFF2-40B4-BE49-F238E27FC236}">
                    <a16:creationId xmlns:a16="http://schemas.microsoft.com/office/drawing/2014/main" id="{D0C7E3D3-86BB-7B5D-8DD8-B7879220E7E5}"/>
                  </a:ext>
                </a:extLst>
              </p:cNvPr>
              <p:cNvGrpSpPr/>
              <p:nvPr/>
            </p:nvGrpSpPr>
            <p:grpSpPr>
              <a:xfrm>
                <a:off x="4750523" y="5137838"/>
                <a:ext cx="145805" cy="145805"/>
                <a:chOff x="4291784" y="5431141"/>
                <a:chExt cx="145805" cy="145805"/>
              </a:xfrm>
            </p:grpSpPr>
            <p:sp>
              <p:nvSpPr>
                <p:cNvPr id="455" name="Oval 454">
                  <a:extLst>
                    <a:ext uri="{FF2B5EF4-FFF2-40B4-BE49-F238E27FC236}">
                      <a16:creationId xmlns:a16="http://schemas.microsoft.com/office/drawing/2014/main" id="{A3D71548-4D8A-7859-3A83-2E7651650245}"/>
                    </a:ext>
                  </a:extLst>
                </p:cNvPr>
                <p:cNvSpPr/>
                <p:nvPr/>
              </p:nvSpPr>
              <p:spPr>
                <a:xfrm>
                  <a:off x="4291784" y="5431141"/>
                  <a:ext cx="145805" cy="145805"/>
                </a:xfrm>
                <a:prstGeom prst="ellipse">
                  <a:avLst/>
                </a:prstGeom>
                <a:solidFill>
                  <a:srgbClr val="F6B80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 dirty="0"/>
                </a:p>
              </p:txBody>
            </p:sp>
            <p:sp>
              <p:nvSpPr>
                <p:cNvPr id="456" name="Freeform: Shape 455">
                  <a:extLst>
                    <a:ext uri="{FF2B5EF4-FFF2-40B4-BE49-F238E27FC236}">
                      <a16:creationId xmlns:a16="http://schemas.microsoft.com/office/drawing/2014/main" id="{ACED696F-37C3-1425-0B4F-18BC75BFED58}"/>
                    </a:ext>
                  </a:extLst>
                </p:cNvPr>
                <p:cNvSpPr/>
                <p:nvPr/>
              </p:nvSpPr>
              <p:spPr>
                <a:xfrm>
                  <a:off x="4301394" y="5449658"/>
                  <a:ext cx="126596" cy="117719"/>
                </a:xfrm>
                <a:custGeom>
                  <a:avLst/>
                  <a:gdLst>
                    <a:gd name="connsiteX0" fmla="*/ 368979 w 794369"/>
                    <a:gd name="connsiteY0" fmla="*/ 397442 h 738666"/>
                    <a:gd name="connsiteX1" fmla="*/ 372436 w 794369"/>
                    <a:gd name="connsiteY1" fmla="*/ 399772 h 738666"/>
                    <a:gd name="connsiteX2" fmla="*/ 397153 w 794369"/>
                    <a:gd name="connsiteY2" fmla="*/ 404762 h 738666"/>
                    <a:gd name="connsiteX3" fmla="*/ 421870 w 794369"/>
                    <a:gd name="connsiteY3" fmla="*/ 399772 h 738666"/>
                    <a:gd name="connsiteX4" fmla="*/ 423284 w 794369"/>
                    <a:gd name="connsiteY4" fmla="*/ 398819 h 738666"/>
                    <a:gd name="connsiteX5" fmla="*/ 590204 w 794369"/>
                    <a:gd name="connsiteY5" fmla="*/ 686613 h 738666"/>
                    <a:gd name="connsiteX6" fmla="*/ 551841 w 794369"/>
                    <a:gd name="connsiteY6" fmla="*/ 707436 h 738666"/>
                    <a:gd name="connsiteX7" fmla="*/ 397153 w 794369"/>
                    <a:gd name="connsiteY7" fmla="*/ 738666 h 738666"/>
                    <a:gd name="connsiteX8" fmla="*/ 242466 w 794369"/>
                    <a:gd name="connsiteY8" fmla="*/ 707436 h 738666"/>
                    <a:gd name="connsiteX9" fmla="*/ 201940 w 794369"/>
                    <a:gd name="connsiteY9" fmla="*/ 685440 h 738666"/>
                    <a:gd name="connsiteX10" fmla="*/ 397153 w 794369"/>
                    <a:gd name="connsiteY10" fmla="*/ 299948 h 738666"/>
                    <a:gd name="connsiteX11" fmla="*/ 438467 w 794369"/>
                    <a:gd name="connsiteY11" fmla="*/ 341262 h 738666"/>
                    <a:gd name="connsiteX12" fmla="*/ 397153 w 794369"/>
                    <a:gd name="connsiteY12" fmla="*/ 382576 h 738666"/>
                    <a:gd name="connsiteX13" fmla="*/ 355839 w 794369"/>
                    <a:gd name="connsiteY13" fmla="*/ 341262 h 738666"/>
                    <a:gd name="connsiteX14" fmla="*/ 397153 w 794369"/>
                    <a:gd name="connsiteY14" fmla="*/ 299948 h 738666"/>
                    <a:gd name="connsiteX15" fmla="*/ 194535 w 794369"/>
                    <a:gd name="connsiteY15" fmla="*/ 1106 h 738666"/>
                    <a:gd name="connsiteX16" fmla="*/ 361428 w 794369"/>
                    <a:gd name="connsiteY16" fmla="*/ 290174 h 738666"/>
                    <a:gd name="connsiteX17" fmla="*/ 352252 w 794369"/>
                    <a:gd name="connsiteY17" fmla="*/ 296361 h 738666"/>
                    <a:gd name="connsiteX18" fmla="*/ 338643 w 794369"/>
                    <a:gd name="connsiteY18" fmla="*/ 316545 h 738666"/>
                    <a:gd name="connsiteX19" fmla="*/ 334019 w 794369"/>
                    <a:gd name="connsiteY19" fmla="*/ 339448 h 738666"/>
                    <a:gd name="connsiteX20" fmla="*/ 0 w 794369"/>
                    <a:gd name="connsiteY20" fmla="*/ 338785 h 738666"/>
                    <a:gd name="connsiteX21" fmla="*/ 7824 w 794369"/>
                    <a:gd name="connsiteY21" fmla="*/ 261172 h 738666"/>
                    <a:gd name="connsiteX22" fmla="*/ 174962 w 794369"/>
                    <a:gd name="connsiteY22" fmla="*/ 11729 h 738666"/>
                    <a:gd name="connsiteX23" fmla="*/ 597737 w 794369"/>
                    <a:gd name="connsiteY23" fmla="*/ 0 h 738666"/>
                    <a:gd name="connsiteX24" fmla="*/ 619345 w 794369"/>
                    <a:gd name="connsiteY24" fmla="*/ 11728 h 738666"/>
                    <a:gd name="connsiteX25" fmla="*/ 786483 w 794369"/>
                    <a:gd name="connsiteY25" fmla="*/ 261171 h 738666"/>
                    <a:gd name="connsiteX26" fmla="*/ 794369 w 794369"/>
                    <a:gd name="connsiteY26" fmla="*/ 339394 h 738666"/>
                    <a:gd name="connsiteX27" fmla="*/ 460142 w 794369"/>
                    <a:gd name="connsiteY27" fmla="*/ 338730 h 738666"/>
                    <a:gd name="connsiteX28" fmla="*/ 455663 w 794369"/>
                    <a:gd name="connsiteY28" fmla="*/ 316545 h 738666"/>
                    <a:gd name="connsiteX29" fmla="*/ 442054 w 794369"/>
                    <a:gd name="connsiteY29" fmla="*/ 296361 h 738666"/>
                    <a:gd name="connsiteX30" fmla="*/ 431504 w 794369"/>
                    <a:gd name="connsiteY30" fmla="*/ 289248 h 7386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794369" h="738666">
                      <a:moveTo>
                        <a:pt x="368979" y="397442"/>
                      </a:moveTo>
                      <a:lnTo>
                        <a:pt x="372436" y="399772"/>
                      </a:lnTo>
                      <a:cubicBezTo>
                        <a:pt x="380033" y="402985"/>
                        <a:pt x="388386" y="404762"/>
                        <a:pt x="397153" y="404762"/>
                      </a:cubicBezTo>
                      <a:cubicBezTo>
                        <a:pt x="405921" y="404762"/>
                        <a:pt x="414273" y="402985"/>
                        <a:pt x="421870" y="399772"/>
                      </a:cubicBezTo>
                      <a:lnTo>
                        <a:pt x="423284" y="398819"/>
                      </a:lnTo>
                      <a:lnTo>
                        <a:pt x="590204" y="686613"/>
                      </a:lnTo>
                      <a:lnTo>
                        <a:pt x="551841" y="707436"/>
                      </a:lnTo>
                      <a:cubicBezTo>
                        <a:pt x="504296" y="727546"/>
                        <a:pt x="452023" y="738666"/>
                        <a:pt x="397153" y="738666"/>
                      </a:cubicBezTo>
                      <a:cubicBezTo>
                        <a:pt x="342283" y="738666"/>
                        <a:pt x="290010" y="727546"/>
                        <a:pt x="242466" y="707436"/>
                      </a:cubicBezTo>
                      <a:lnTo>
                        <a:pt x="201940" y="685440"/>
                      </a:lnTo>
                      <a:close/>
                      <a:moveTo>
                        <a:pt x="397153" y="299948"/>
                      </a:moveTo>
                      <a:cubicBezTo>
                        <a:pt x="419970" y="299948"/>
                        <a:pt x="438467" y="318445"/>
                        <a:pt x="438467" y="341262"/>
                      </a:cubicBezTo>
                      <a:cubicBezTo>
                        <a:pt x="438467" y="364079"/>
                        <a:pt x="419970" y="382576"/>
                        <a:pt x="397153" y="382576"/>
                      </a:cubicBezTo>
                      <a:cubicBezTo>
                        <a:pt x="374336" y="382576"/>
                        <a:pt x="355839" y="364079"/>
                        <a:pt x="355839" y="341262"/>
                      </a:cubicBezTo>
                      <a:cubicBezTo>
                        <a:pt x="355839" y="318445"/>
                        <a:pt x="374336" y="299948"/>
                        <a:pt x="397153" y="299948"/>
                      </a:cubicBezTo>
                      <a:close/>
                      <a:moveTo>
                        <a:pt x="194535" y="1106"/>
                      </a:moveTo>
                      <a:lnTo>
                        <a:pt x="361428" y="290174"/>
                      </a:lnTo>
                      <a:lnTo>
                        <a:pt x="352252" y="296361"/>
                      </a:lnTo>
                      <a:cubicBezTo>
                        <a:pt x="346506" y="302107"/>
                        <a:pt x="341856" y="308948"/>
                        <a:pt x="338643" y="316545"/>
                      </a:cubicBezTo>
                      <a:lnTo>
                        <a:pt x="334019" y="339448"/>
                      </a:lnTo>
                      <a:lnTo>
                        <a:pt x="0" y="338785"/>
                      </a:lnTo>
                      <a:lnTo>
                        <a:pt x="7824" y="261172"/>
                      </a:lnTo>
                      <a:cubicBezTo>
                        <a:pt x="28999" y="157692"/>
                        <a:pt x="90394" y="68863"/>
                        <a:pt x="174962" y="11729"/>
                      </a:cubicBezTo>
                      <a:close/>
                      <a:moveTo>
                        <a:pt x="597737" y="0"/>
                      </a:moveTo>
                      <a:lnTo>
                        <a:pt x="619345" y="11728"/>
                      </a:lnTo>
                      <a:cubicBezTo>
                        <a:pt x="703913" y="68862"/>
                        <a:pt x="765308" y="157691"/>
                        <a:pt x="786483" y="261171"/>
                      </a:cubicBezTo>
                      <a:lnTo>
                        <a:pt x="794369" y="339394"/>
                      </a:lnTo>
                      <a:lnTo>
                        <a:pt x="460142" y="338730"/>
                      </a:lnTo>
                      <a:lnTo>
                        <a:pt x="455663" y="316545"/>
                      </a:lnTo>
                      <a:cubicBezTo>
                        <a:pt x="452450" y="308948"/>
                        <a:pt x="447800" y="302107"/>
                        <a:pt x="442054" y="296361"/>
                      </a:cubicBezTo>
                      <a:lnTo>
                        <a:pt x="431504" y="28924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</p:grpSp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4DAF0FFF-BF33-13FF-8B01-72E6E93C6976}"/>
                </a:ext>
              </a:extLst>
            </p:cNvPr>
            <p:cNvGrpSpPr/>
            <p:nvPr/>
          </p:nvGrpSpPr>
          <p:grpSpPr>
            <a:xfrm>
              <a:off x="10448178" y="4763288"/>
              <a:ext cx="644854" cy="694638"/>
              <a:chOff x="5541012" y="-898706"/>
              <a:chExt cx="628782" cy="677325"/>
            </a:xfrm>
          </p:grpSpPr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9CD9FD29-0BE3-B30D-2171-634F25AA2E44}"/>
                  </a:ext>
                </a:extLst>
              </p:cNvPr>
              <p:cNvSpPr/>
              <p:nvPr/>
            </p:nvSpPr>
            <p:spPr>
              <a:xfrm>
                <a:off x="5541012" y="-898706"/>
                <a:ext cx="628782" cy="677325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0828A343-DE21-52A4-0894-DFDA6E31EBAD}"/>
                  </a:ext>
                </a:extLst>
              </p:cNvPr>
              <p:cNvGrpSpPr/>
              <p:nvPr/>
            </p:nvGrpSpPr>
            <p:grpSpPr>
              <a:xfrm>
                <a:off x="5691372" y="-845988"/>
                <a:ext cx="328062" cy="396417"/>
                <a:chOff x="5683802" y="-841875"/>
                <a:chExt cx="328062" cy="396417"/>
              </a:xfrm>
            </p:grpSpPr>
            <p:grpSp>
              <p:nvGrpSpPr>
                <p:cNvPr id="482" name="Group 481">
                  <a:extLst>
                    <a:ext uri="{FF2B5EF4-FFF2-40B4-BE49-F238E27FC236}">
                      <a16:creationId xmlns:a16="http://schemas.microsoft.com/office/drawing/2014/main" id="{00CE5CFF-4B71-12BB-F928-36263260479A}"/>
                    </a:ext>
                  </a:extLst>
                </p:cNvPr>
                <p:cNvGrpSpPr/>
                <p:nvPr/>
              </p:nvGrpSpPr>
              <p:grpSpPr>
                <a:xfrm>
                  <a:off x="5683802" y="-841875"/>
                  <a:ext cx="328062" cy="350976"/>
                  <a:chOff x="6345662" y="62441"/>
                  <a:chExt cx="345244" cy="369359"/>
                </a:xfrm>
              </p:grpSpPr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F1C9ED87-7DA5-2F1A-F85D-14574BAF4B34}"/>
                      </a:ext>
                    </a:extLst>
                  </p:cNvPr>
                  <p:cNvSpPr/>
                  <p:nvPr/>
                </p:nvSpPr>
                <p:spPr>
                  <a:xfrm flipH="1">
                    <a:off x="6345662" y="62441"/>
                    <a:ext cx="345244" cy="369359"/>
                  </a:xfrm>
                  <a:custGeom>
                    <a:avLst/>
                    <a:gdLst>
                      <a:gd name="connsiteX0" fmla="*/ 298435 w 345244"/>
                      <a:gd name="connsiteY0" fmla="*/ 0 h 369359"/>
                      <a:gd name="connsiteX1" fmla="*/ 46809 w 345244"/>
                      <a:gd name="connsiteY1" fmla="*/ 0 h 369359"/>
                      <a:gd name="connsiteX2" fmla="*/ 0 w 345244"/>
                      <a:gd name="connsiteY2" fmla="*/ 46809 h 369359"/>
                      <a:gd name="connsiteX3" fmla="*/ 0 w 345244"/>
                      <a:gd name="connsiteY3" fmla="*/ 263779 h 369359"/>
                      <a:gd name="connsiteX4" fmla="*/ 46809 w 345244"/>
                      <a:gd name="connsiteY4" fmla="*/ 310588 h 369359"/>
                      <a:gd name="connsiteX5" fmla="*/ 78959 w 345244"/>
                      <a:gd name="connsiteY5" fmla="*/ 310588 h 369359"/>
                      <a:gd name="connsiteX6" fmla="*/ 78959 w 345244"/>
                      <a:gd name="connsiteY6" fmla="*/ 349251 h 369359"/>
                      <a:gd name="connsiteX7" fmla="*/ 99067 w 345244"/>
                      <a:gd name="connsiteY7" fmla="*/ 369359 h 369359"/>
                      <a:gd name="connsiteX8" fmla="*/ 246177 w 345244"/>
                      <a:gd name="connsiteY8" fmla="*/ 369359 h 369359"/>
                      <a:gd name="connsiteX9" fmla="*/ 266285 w 345244"/>
                      <a:gd name="connsiteY9" fmla="*/ 349251 h 369359"/>
                      <a:gd name="connsiteX10" fmla="*/ 266285 w 345244"/>
                      <a:gd name="connsiteY10" fmla="*/ 310588 h 369359"/>
                      <a:gd name="connsiteX11" fmla="*/ 298435 w 345244"/>
                      <a:gd name="connsiteY11" fmla="*/ 310588 h 369359"/>
                      <a:gd name="connsiteX12" fmla="*/ 345244 w 345244"/>
                      <a:gd name="connsiteY12" fmla="*/ 263779 h 369359"/>
                      <a:gd name="connsiteX13" fmla="*/ 345244 w 345244"/>
                      <a:gd name="connsiteY13" fmla="*/ 46809 h 369359"/>
                      <a:gd name="connsiteX14" fmla="*/ 298435 w 345244"/>
                      <a:gd name="connsiteY14" fmla="*/ 0 h 369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45244" h="369359">
                        <a:moveTo>
                          <a:pt x="298435" y="0"/>
                        </a:moveTo>
                        <a:lnTo>
                          <a:pt x="46809" y="0"/>
                        </a:lnTo>
                        <a:cubicBezTo>
                          <a:pt x="20957" y="0"/>
                          <a:pt x="0" y="20957"/>
                          <a:pt x="0" y="46809"/>
                        </a:cubicBezTo>
                        <a:lnTo>
                          <a:pt x="0" y="263779"/>
                        </a:lnTo>
                        <a:cubicBezTo>
                          <a:pt x="0" y="289631"/>
                          <a:pt x="20957" y="310588"/>
                          <a:pt x="46809" y="310588"/>
                        </a:cubicBezTo>
                        <a:lnTo>
                          <a:pt x="78959" y="310588"/>
                        </a:lnTo>
                        <a:lnTo>
                          <a:pt x="78959" y="349251"/>
                        </a:lnTo>
                        <a:cubicBezTo>
                          <a:pt x="78959" y="360356"/>
                          <a:pt x="87962" y="369359"/>
                          <a:pt x="99067" y="369359"/>
                        </a:cubicBezTo>
                        <a:lnTo>
                          <a:pt x="246177" y="369359"/>
                        </a:lnTo>
                        <a:cubicBezTo>
                          <a:pt x="257282" y="369359"/>
                          <a:pt x="266285" y="360356"/>
                          <a:pt x="266285" y="349251"/>
                        </a:cubicBezTo>
                        <a:lnTo>
                          <a:pt x="266285" y="310588"/>
                        </a:lnTo>
                        <a:lnTo>
                          <a:pt x="298435" y="310588"/>
                        </a:lnTo>
                        <a:cubicBezTo>
                          <a:pt x="324287" y="310588"/>
                          <a:pt x="345244" y="289631"/>
                          <a:pt x="345244" y="263779"/>
                        </a:cubicBezTo>
                        <a:lnTo>
                          <a:pt x="345244" y="46809"/>
                        </a:lnTo>
                        <a:cubicBezTo>
                          <a:pt x="345244" y="20957"/>
                          <a:pt x="324287" y="0"/>
                          <a:pt x="298435" y="0"/>
                        </a:cubicBez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6" name="Rectangle: Rounded Corners 156">
                    <a:extLst>
                      <a:ext uri="{FF2B5EF4-FFF2-40B4-BE49-F238E27FC236}">
                        <a16:creationId xmlns:a16="http://schemas.microsoft.com/office/drawing/2014/main" id="{0ED0C61F-2BEF-84C7-207E-E63807310EF7}"/>
                      </a:ext>
                    </a:extLst>
                  </p:cNvPr>
                  <p:cNvSpPr/>
                  <p:nvPr/>
                </p:nvSpPr>
                <p:spPr>
                  <a:xfrm flipH="1">
                    <a:off x="6388539" y="105949"/>
                    <a:ext cx="259491" cy="223574"/>
                  </a:xfrm>
                  <a:prstGeom prst="roundRect">
                    <a:avLst>
                      <a:gd name="adj" fmla="val 9220"/>
                    </a:avLst>
                  </a:prstGeom>
                  <a:solidFill>
                    <a:schemeClr val="bg1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7" name="Oval 486">
                    <a:extLst>
                      <a:ext uri="{FF2B5EF4-FFF2-40B4-BE49-F238E27FC236}">
                        <a16:creationId xmlns:a16="http://schemas.microsoft.com/office/drawing/2014/main" id="{8420CA07-EDCE-7650-F82C-6F99AC9B2F6C}"/>
                      </a:ext>
                    </a:extLst>
                  </p:cNvPr>
                  <p:cNvSpPr/>
                  <p:nvPr/>
                </p:nvSpPr>
                <p:spPr>
                  <a:xfrm>
                    <a:off x="6495425" y="356705"/>
                    <a:ext cx="45719" cy="45719"/>
                  </a:xfrm>
                  <a:prstGeom prst="ellipse">
                    <a:avLst/>
                  </a:prstGeom>
                  <a:solidFill>
                    <a:srgbClr val="595959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CA" sz="6000"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490" name="Group 489">
                    <a:extLst>
                      <a:ext uri="{FF2B5EF4-FFF2-40B4-BE49-F238E27FC236}">
                        <a16:creationId xmlns:a16="http://schemas.microsoft.com/office/drawing/2014/main" id="{F7BDA529-A615-04DA-09CA-12AA93468182}"/>
                      </a:ext>
                    </a:extLst>
                  </p:cNvPr>
                  <p:cNvGrpSpPr/>
                  <p:nvPr/>
                </p:nvGrpSpPr>
                <p:grpSpPr>
                  <a:xfrm>
                    <a:off x="6442618" y="172752"/>
                    <a:ext cx="151332" cy="61384"/>
                    <a:chOff x="6439968" y="169334"/>
                    <a:chExt cx="156633" cy="59267"/>
                  </a:xfrm>
                </p:grpSpPr>
                <p:cxnSp>
                  <p:nvCxnSpPr>
                    <p:cNvPr id="491" name="Straight Connector 490">
                      <a:extLst>
                        <a:ext uri="{FF2B5EF4-FFF2-40B4-BE49-F238E27FC236}">
                          <a16:creationId xmlns:a16="http://schemas.microsoft.com/office/drawing/2014/main" id="{B9696242-C602-C417-5AD3-F5ADC4EDC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169334"/>
                      <a:ext cx="156633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2" name="Straight Connector 491">
                      <a:extLst>
                        <a:ext uri="{FF2B5EF4-FFF2-40B4-BE49-F238E27FC236}">
                          <a16:creationId xmlns:a16="http://schemas.microsoft.com/office/drawing/2014/main" id="{171A46D0-D456-532E-98A1-6E5B99E1D3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228601"/>
                      <a:ext cx="107581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483" name="Straight Connector 482">
                  <a:extLst>
                    <a:ext uri="{FF2B5EF4-FFF2-40B4-BE49-F238E27FC236}">
                      <a16:creationId xmlns:a16="http://schemas.microsoft.com/office/drawing/2014/main" id="{6C559320-3D31-6A9A-BA19-5DB3174389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83802" y="-445458"/>
                  <a:ext cx="15699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98EE8DA4-2FB7-151F-B72F-5D82432C1FBC}"/>
                  </a:ext>
                </a:extLst>
              </p:cNvPr>
              <p:cNvSpPr/>
              <p:nvPr/>
            </p:nvSpPr>
            <p:spPr>
              <a:xfrm>
                <a:off x="5745072" y="-372599"/>
                <a:ext cx="220663" cy="151218"/>
              </a:xfrm>
              <a:custGeom>
                <a:avLst/>
                <a:gdLst>
                  <a:gd name="connsiteX0" fmla="*/ 36778 w 220663"/>
                  <a:gd name="connsiteY0" fmla="*/ 0 h 151218"/>
                  <a:gd name="connsiteX1" fmla="*/ 183885 w 220663"/>
                  <a:gd name="connsiteY1" fmla="*/ 0 h 151218"/>
                  <a:gd name="connsiteX2" fmla="*/ 220663 w 220663"/>
                  <a:gd name="connsiteY2" fmla="*/ 36778 h 151218"/>
                  <a:gd name="connsiteX3" fmla="*/ 220663 w 220663"/>
                  <a:gd name="connsiteY3" fmla="*/ 151218 h 151218"/>
                  <a:gd name="connsiteX4" fmla="*/ 0 w 220663"/>
                  <a:gd name="connsiteY4" fmla="*/ 151218 h 151218"/>
                  <a:gd name="connsiteX5" fmla="*/ 0 w 220663"/>
                  <a:gd name="connsiteY5" fmla="*/ 36778 h 151218"/>
                  <a:gd name="connsiteX6" fmla="*/ 36778 w 220663"/>
                  <a:gd name="connsiteY6" fmla="*/ 0 h 151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0663" h="151218">
                    <a:moveTo>
                      <a:pt x="36778" y="0"/>
                    </a:moveTo>
                    <a:lnTo>
                      <a:pt x="183885" y="0"/>
                    </a:lnTo>
                    <a:cubicBezTo>
                      <a:pt x="204197" y="0"/>
                      <a:pt x="220663" y="16466"/>
                      <a:pt x="220663" y="36778"/>
                    </a:cubicBezTo>
                    <a:lnTo>
                      <a:pt x="220663" y="151218"/>
                    </a:lnTo>
                    <a:lnTo>
                      <a:pt x="0" y="151218"/>
                    </a:lnTo>
                    <a:lnTo>
                      <a:pt x="0" y="36778"/>
                    </a:lnTo>
                    <a:cubicBezTo>
                      <a:pt x="0" y="16466"/>
                      <a:pt x="16466" y="0"/>
                      <a:pt x="36778" y="0"/>
                    </a:cubicBezTo>
                    <a:close/>
                  </a:path>
                </a:pathLst>
              </a:custGeom>
              <a:solidFill>
                <a:srgbClr val="E4E4E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9FB3C785-6A47-E00A-8282-BA61C7F5ADB9}"/>
                  </a:ext>
                </a:extLst>
              </p:cNvPr>
              <p:cNvSpPr/>
              <p:nvPr/>
            </p:nvSpPr>
            <p:spPr>
              <a:xfrm>
                <a:off x="5833322" y="-317912"/>
                <a:ext cx="44163" cy="44163"/>
              </a:xfrm>
              <a:prstGeom prst="ellipse">
                <a:avLst/>
              </a:prstGeom>
              <a:solidFill>
                <a:srgbClr val="BFBFB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190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7643417" y="161190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4542978" y="16437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3075956" y="16437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33234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46184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77587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63438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6208783" y="16364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367230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429072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6445349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6996194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309357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993214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991389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94576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92644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7484644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053525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107768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DCE279F-64D4-3BFE-549D-3660ED889BF9}"/>
              </a:ext>
            </a:extLst>
          </p:cNvPr>
          <p:cNvGrpSpPr/>
          <p:nvPr/>
        </p:nvGrpSpPr>
        <p:grpSpPr>
          <a:xfrm>
            <a:off x="10844991" y="1438540"/>
            <a:ext cx="1007858" cy="98802"/>
            <a:chOff x="8562486" y="3788901"/>
            <a:chExt cx="1207781" cy="118401"/>
          </a:xfrm>
          <a:solidFill>
            <a:srgbClr val="404040"/>
          </a:solidFill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427754F5-E505-3417-3174-41436C13D48C}"/>
                </a:ext>
              </a:extLst>
            </p:cNvPr>
            <p:cNvSpPr/>
            <p:nvPr/>
          </p:nvSpPr>
          <p:spPr>
            <a:xfrm rot="5400000">
              <a:off x="8533858" y="3817529"/>
              <a:ext cx="118401" cy="61146"/>
            </a:xfrm>
            <a:prstGeom prst="roundRect">
              <a:avLst>
                <a:gd name="adj" fmla="val 22789"/>
              </a:avLst>
            </a:prstGeom>
            <a:grp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44A0C474-8A27-667C-B47B-33258881B80C}"/>
                </a:ext>
              </a:extLst>
            </p:cNvPr>
            <p:cNvSpPr/>
            <p:nvPr/>
          </p:nvSpPr>
          <p:spPr>
            <a:xfrm rot="5400000">
              <a:off x="9680493" y="3817529"/>
              <a:ext cx="118401" cy="61146"/>
            </a:xfrm>
            <a:prstGeom prst="roundRect">
              <a:avLst>
                <a:gd name="adj" fmla="val 22789"/>
              </a:avLst>
            </a:prstGeom>
            <a:grp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</p:grp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8807594-A304-7545-C4C7-650688DF45CC}"/>
              </a:ext>
            </a:extLst>
          </p:cNvPr>
          <p:cNvSpPr/>
          <p:nvPr/>
        </p:nvSpPr>
        <p:spPr>
          <a:xfrm>
            <a:off x="10791210" y="1014413"/>
            <a:ext cx="1115419" cy="491499"/>
          </a:xfrm>
          <a:prstGeom prst="roundRect">
            <a:avLst>
              <a:gd name="adj" fmla="val 3608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46BF2B-5F95-67FB-63A1-7B7789D07DD7}"/>
              </a:ext>
            </a:extLst>
          </p:cNvPr>
          <p:cNvSpPr/>
          <p:nvPr/>
        </p:nvSpPr>
        <p:spPr>
          <a:xfrm>
            <a:off x="11766992" y="1254422"/>
            <a:ext cx="38151" cy="38151"/>
          </a:xfrm>
          <a:prstGeom prst="ellipse">
            <a:avLst/>
          </a:prstGeom>
          <a:solidFill>
            <a:srgbClr val="00A44D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60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A3D013A-C7E9-40EF-B37B-A75A736E0686}"/>
              </a:ext>
            </a:extLst>
          </p:cNvPr>
          <p:cNvCxnSpPr>
            <a:cxnSpLocks/>
          </p:cNvCxnSpPr>
          <p:nvPr/>
        </p:nvCxnSpPr>
        <p:spPr>
          <a:xfrm>
            <a:off x="10894692" y="1101022"/>
            <a:ext cx="146371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41ED277-505F-97DB-072A-77BFC31751B1}"/>
              </a:ext>
            </a:extLst>
          </p:cNvPr>
          <p:cNvCxnSpPr>
            <a:cxnSpLocks/>
          </p:cNvCxnSpPr>
          <p:nvPr/>
        </p:nvCxnSpPr>
        <p:spPr>
          <a:xfrm>
            <a:off x="10894692" y="1179262"/>
            <a:ext cx="246384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C9A1777-AB5C-66D1-9302-57BD680CB94F}"/>
              </a:ext>
            </a:extLst>
          </p:cNvPr>
          <p:cNvCxnSpPr>
            <a:cxnSpLocks/>
          </p:cNvCxnSpPr>
          <p:nvPr/>
        </p:nvCxnSpPr>
        <p:spPr>
          <a:xfrm>
            <a:off x="10894692" y="1257502"/>
            <a:ext cx="403546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9E0B8D5-6DA4-9B1B-3734-E9B6E94810DE}"/>
              </a:ext>
            </a:extLst>
          </p:cNvPr>
          <p:cNvSpPr/>
          <p:nvPr/>
        </p:nvSpPr>
        <p:spPr>
          <a:xfrm>
            <a:off x="11650311" y="1254422"/>
            <a:ext cx="38151" cy="38151"/>
          </a:xfrm>
          <a:prstGeom prst="ellipse">
            <a:avLst/>
          </a:prstGeom>
          <a:solidFill>
            <a:srgbClr val="CF313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60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1056898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1283493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935446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901012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3579535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3524251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30591</TotalTime>
  <Words>91</Words>
  <Application>Microsoft Office PowerPoint</Application>
  <PresentationFormat>Widescreen</PresentationFormat>
  <Paragraphs>56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Yu Gothic UI</vt:lpstr>
      <vt:lpstr>Arial</vt:lpstr>
      <vt:lpstr>Atopos</vt:lpstr>
      <vt:lpstr>Calibri</vt:lpstr>
      <vt:lpstr>Calibri Light</vt:lpstr>
      <vt:lpstr>Gotham Narrow Book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204</cp:revision>
  <dcterms:created xsi:type="dcterms:W3CDTF">2024-05-29T20:58:41Z</dcterms:created>
  <dcterms:modified xsi:type="dcterms:W3CDTF">2026-01-29T18:31:51Z</dcterms:modified>
</cp:coreProperties>
</file>