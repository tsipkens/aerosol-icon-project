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FAFAFA"/>
    <a:srgbClr val="E4E4E4"/>
    <a:srgbClr val="D9D9D9"/>
    <a:srgbClr val="404040"/>
    <a:srgbClr val="B38969"/>
    <a:srgbClr val="936948"/>
    <a:srgbClr val="C3A88D"/>
    <a:srgbClr val="0070D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400" d="100"/>
          <a:sy n="400" d="100"/>
        </p:scale>
        <p:origin x="-9732" y="-8256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AA95AA9-BC3B-992D-7C4E-F4D0191BF87E}"/>
              </a:ext>
            </a:extLst>
          </p:cNvPr>
          <p:cNvGrpSpPr/>
          <p:nvPr/>
        </p:nvGrpSpPr>
        <p:grpSpPr>
          <a:xfrm>
            <a:off x="8426872" y="4763288"/>
            <a:ext cx="644854" cy="694638"/>
            <a:chOff x="5541012" y="-898706"/>
            <a:chExt cx="628782" cy="677325"/>
          </a:xfrm>
        </p:grpSpPr>
        <p:sp>
          <p:nvSpPr>
            <p:cNvPr id="454" name="Rectangle: Rounded Corners 453">
              <a:extLst>
                <a:ext uri="{FF2B5EF4-FFF2-40B4-BE49-F238E27FC236}">
                  <a16:creationId xmlns:a16="http://schemas.microsoft.com/office/drawing/2014/main" id="{0288702A-6596-49DF-DD43-B2203C987998}"/>
                </a:ext>
              </a:extLst>
            </p:cNvPr>
            <p:cNvSpPr/>
            <p:nvPr/>
          </p:nvSpPr>
          <p:spPr>
            <a:xfrm>
              <a:off x="5541012" y="-898706"/>
              <a:ext cx="628782" cy="677325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2701D9C5-58FA-9F7D-5D4D-235742ED343A}"/>
                </a:ext>
              </a:extLst>
            </p:cNvPr>
            <p:cNvGrpSpPr/>
            <p:nvPr/>
          </p:nvGrpSpPr>
          <p:grpSpPr>
            <a:xfrm>
              <a:off x="5691372" y="-845988"/>
              <a:ext cx="328062" cy="396417"/>
              <a:chOff x="5683802" y="-841875"/>
              <a:chExt cx="328062" cy="396417"/>
            </a:xfrm>
          </p:grpSpPr>
          <p:grpSp>
            <p:nvGrpSpPr>
              <p:cNvPr id="463" name="Group 462">
                <a:extLst>
                  <a:ext uri="{FF2B5EF4-FFF2-40B4-BE49-F238E27FC236}">
                    <a16:creationId xmlns:a16="http://schemas.microsoft.com/office/drawing/2014/main" id="{57457FFA-F1BA-939C-0B25-F7481FAFF779}"/>
                  </a:ext>
                </a:extLst>
              </p:cNvPr>
              <p:cNvGrpSpPr/>
              <p:nvPr/>
            </p:nvGrpSpPr>
            <p:grpSpPr>
              <a:xfrm>
                <a:off x="5683802" y="-841875"/>
                <a:ext cx="328062" cy="350976"/>
                <a:chOff x="6345662" y="62441"/>
                <a:chExt cx="345244" cy="369359"/>
              </a:xfrm>
            </p:grpSpPr>
            <p:sp>
              <p:nvSpPr>
                <p:cNvPr id="497" name="Freeform: Shape 496">
                  <a:extLst>
                    <a:ext uri="{FF2B5EF4-FFF2-40B4-BE49-F238E27FC236}">
                      <a16:creationId xmlns:a16="http://schemas.microsoft.com/office/drawing/2014/main" id="{D1350818-9ACD-14B5-48B0-A53446A83941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8" name="Rectangle: Rounded Corners 156">
                  <a:extLst>
                    <a:ext uri="{FF2B5EF4-FFF2-40B4-BE49-F238E27FC236}">
                      <a16:creationId xmlns:a16="http://schemas.microsoft.com/office/drawing/2014/main" id="{08002875-4CBA-8B9C-5DAE-8FEE14BE4AF0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9" name="Oval 498">
                  <a:extLst>
                    <a:ext uri="{FF2B5EF4-FFF2-40B4-BE49-F238E27FC236}">
                      <a16:creationId xmlns:a16="http://schemas.microsoft.com/office/drawing/2014/main" id="{B6B1E3C6-57F5-CCD7-B24C-83A97A07CE7F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00" name="Group 499">
                  <a:extLst>
                    <a:ext uri="{FF2B5EF4-FFF2-40B4-BE49-F238E27FC236}">
                      <a16:creationId xmlns:a16="http://schemas.microsoft.com/office/drawing/2014/main" id="{0CBE6FD4-2D09-1F68-6E4A-3EDFDE992F9A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C1F02A5A-9154-5198-12C7-57E90B278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Straight Connector 501">
                    <a:extLst>
                      <a:ext uri="{FF2B5EF4-FFF2-40B4-BE49-F238E27FC236}">
                        <a16:creationId xmlns:a16="http://schemas.microsoft.com/office/drawing/2014/main" id="{C20FAA59-0549-A97D-568B-3651990664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9B2FB012-2051-1FEF-574D-831ED2BD8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3802" y="-445458"/>
                <a:ext cx="156998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177B52A-B7A7-D76E-B6EE-2EE3F5784002}"/>
                </a:ext>
              </a:extLst>
            </p:cNvPr>
            <p:cNvSpPr/>
            <p:nvPr/>
          </p:nvSpPr>
          <p:spPr>
            <a:xfrm>
              <a:off x="5745072" y="-372599"/>
              <a:ext cx="220663" cy="151218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51D51F33-A826-BF1F-B99B-031DAF166119}"/>
                </a:ext>
              </a:extLst>
            </p:cNvPr>
            <p:cNvSpPr/>
            <p:nvPr/>
          </p:nvSpPr>
          <p:spPr>
            <a:xfrm>
              <a:off x="5833322" y="-317912"/>
              <a:ext cx="44163" cy="44163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7DCE386-773B-4B70-2239-269DA0F5A0A1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8726463" y="-686372"/>
            <a:chExt cx="695034" cy="834120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8726463" y="-686372"/>
              <a:ext cx="695034" cy="834120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8837541" y="-686372"/>
              <a:ext cx="472879" cy="602234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8878548" y="-546100"/>
              <a:ext cx="390866" cy="359656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8728075" y="-84138"/>
              <a:ext cx="692150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8889303" y="-603250"/>
              <a:ext cx="157162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708763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58046D3F-A53B-5AA4-EBBB-978BFE44316F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324122" y="4588529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6826924" y="4588529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408967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326324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324122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394042" y="4924479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16582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71104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F57F8C6B-B2B4-E3F9-FA80-7CDA74E71F1C}"/>
                </a:ext>
              </a:extLst>
            </p:cNvPr>
            <p:cNvSpPr/>
            <p:nvPr/>
          </p:nvSpPr>
          <p:spPr>
            <a:xfrm>
              <a:off x="6453047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B04293EC-13E8-9BF3-9232-D94830DD70AB}"/>
                </a:ext>
              </a:extLst>
            </p:cNvPr>
            <p:cNvSpPr/>
            <p:nvPr/>
          </p:nvSpPr>
          <p:spPr>
            <a:xfrm>
              <a:off x="6543553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7BFC8B17-7281-39AA-578E-43A5A4A1E187}"/>
              </a:ext>
            </a:extLst>
          </p:cNvPr>
          <p:cNvGrpSpPr/>
          <p:nvPr/>
        </p:nvGrpSpPr>
        <p:grpSpPr>
          <a:xfrm>
            <a:off x="5823590" y="4428575"/>
            <a:ext cx="642220" cy="1029351"/>
            <a:chOff x="5598213" y="4588529"/>
            <a:chExt cx="642220" cy="1029351"/>
          </a:xfrm>
        </p:grpSpPr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69621EE3-8E8F-AD2F-29EF-28FBD9F986A6}"/>
                </a:ext>
              </a:extLst>
            </p:cNvPr>
            <p:cNvGrpSpPr/>
            <p:nvPr/>
          </p:nvGrpSpPr>
          <p:grpSpPr>
            <a:xfrm>
              <a:off x="6101015" y="4588529"/>
              <a:ext cx="139418" cy="986048"/>
              <a:chOff x="3682999" y="-759257"/>
              <a:chExt cx="133963" cy="947469"/>
            </a:xfrm>
          </p:grpSpPr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C17A905D-D484-36F2-DD0D-0F3F616261F2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146" name="Rectangle: Top Corners Rounded 1145">
                <a:extLst>
                  <a:ext uri="{FF2B5EF4-FFF2-40B4-BE49-F238E27FC236}">
                    <a16:creationId xmlns:a16="http://schemas.microsoft.com/office/drawing/2014/main" id="{11A05FF0-7372-4A8D-0745-AAE00145CC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14F7999B-77E2-0B9C-F4A0-5FCE4E6A6A2F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48" name="Rectangle: Rounded Corners 1147">
                <a:extLst>
                  <a:ext uri="{FF2B5EF4-FFF2-40B4-BE49-F238E27FC236}">
                    <a16:creationId xmlns:a16="http://schemas.microsoft.com/office/drawing/2014/main" id="{35572A43-39F0-82D0-8297-4B2EF3E185DD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6D6B1A46-F1D3-8A22-544E-08542F286D4E}"/>
                </a:ext>
              </a:extLst>
            </p:cNvPr>
            <p:cNvSpPr/>
            <p:nvPr/>
          </p:nvSpPr>
          <p:spPr>
            <a:xfrm>
              <a:off x="5683058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1104" name="Rectangle: Rounded Corners 1103">
              <a:extLst>
                <a:ext uri="{FF2B5EF4-FFF2-40B4-BE49-F238E27FC236}">
                  <a16:creationId xmlns:a16="http://schemas.microsoft.com/office/drawing/2014/main" id="{081B8EA4-DA9E-8262-9BAC-AF80322D505F}"/>
                </a:ext>
              </a:extLst>
            </p:cNvPr>
            <p:cNvSpPr/>
            <p:nvPr/>
          </p:nvSpPr>
          <p:spPr>
            <a:xfrm>
              <a:off x="5600415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2E706D4D-38E7-70C1-DA87-1D34A28465D5}"/>
                </a:ext>
              </a:extLst>
            </p:cNvPr>
            <p:cNvGrpSpPr/>
            <p:nvPr/>
          </p:nvGrpSpPr>
          <p:grpSpPr>
            <a:xfrm>
              <a:off x="5680303" y="4899553"/>
              <a:ext cx="309396" cy="331007"/>
              <a:chOff x="6345662" y="62441"/>
              <a:chExt cx="345244" cy="369359"/>
            </a:xfrm>
          </p:grpSpPr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BA86E-49AE-EB92-E7DF-C9416A19DDEF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8" name="Rectangle: Rounded Corners 156">
                <a:extLst>
                  <a:ext uri="{FF2B5EF4-FFF2-40B4-BE49-F238E27FC236}">
                    <a16:creationId xmlns:a16="http://schemas.microsoft.com/office/drawing/2014/main" id="{7AA9972F-FDAE-568E-4C06-EFDB3AA82CBC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9" name="Oval 1128">
                <a:extLst>
                  <a:ext uri="{FF2B5EF4-FFF2-40B4-BE49-F238E27FC236}">
                    <a16:creationId xmlns:a16="http://schemas.microsoft.com/office/drawing/2014/main" id="{5AEEED40-4248-9937-A771-0AE209833707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34" name="Group 1133">
                <a:extLst>
                  <a:ext uri="{FF2B5EF4-FFF2-40B4-BE49-F238E27FC236}">
                    <a16:creationId xmlns:a16="http://schemas.microsoft.com/office/drawing/2014/main" id="{6E95741C-54B3-61C3-57A6-5D42B5B81FF0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138" name="Straight Connector 1137">
                  <a:extLst>
                    <a:ext uri="{FF2B5EF4-FFF2-40B4-BE49-F238E27FC236}">
                      <a16:creationId xmlns:a16="http://schemas.microsoft.com/office/drawing/2014/main" id="{B7E3836C-E1CA-11F8-9082-53348849D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9" name="Straight Connector 1138">
                  <a:extLst>
                    <a:ext uri="{FF2B5EF4-FFF2-40B4-BE49-F238E27FC236}">
                      <a16:creationId xmlns:a16="http://schemas.microsoft.com/office/drawing/2014/main" id="{3AC2F56E-D853-D798-E907-A553931CA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18" name="Straight Connector 1117">
              <a:extLst>
                <a:ext uri="{FF2B5EF4-FFF2-40B4-BE49-F238E27FC236}">
                  <a16:creationId xmlns:a16="http://schemas.microsoft.com/office/drawing/2014/main" id="{CDB3088D-4850-0128-3116-9B11090750A8}"/>
                </a:ext>
              </a:extLst>
            </p:cNvPr>
            <p:cNvCxnSpPr>
              <a:cxnSpLocks/>
            </p:cNvCxnSpPr>
            <p:nvPr/>
          </p:nvCxnSpPr>
          <p:spPr>
            <a:xfrm>
              <a:off x="5598213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586F1BD-95FD-52A9-9982-02ABB41BF574}"/>
                </a:ext>
              </a:extLst>
            </p:cNvPr>
            <p:cNvSpPr/>
            <p:nvPr/>
          </p:nvSpPr>
          <p:spPr>
            <a:xfrm>
              <a:off x="5727491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F65C299A-9C82-FC4F-3032-CF8BB038B7B6}"/>
                </a:ext>
              </a:extLst>
            </p:cNvPr>
            <p:cNvSpPr/>
            <p:nvPr/>
          </p:nvSpPr>
          <p:spPr>
            <a:xfrm>
              <a:off x="5817997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933543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57410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396" name="Group 2395">
            <a:extLst>
              <a:ext uri="{FF2B5EF4-FFF2-40B4-BE49-F238E27FC236}">
                <a16:creationId xmlns:a16="http://schemas.microsoft.com/office/drawing/2014/main" id="{BFD6A218-B2B0-B33B-16BA-1DE954108D6F}"/>
              </a:ext>
            </a:extLst>
          </p:cNvPr>
          <p:cNvGrpSpPr/>
          <p:nvPr/>
        </p:nvGrpSpPr>
        <p:grpSpPr>
          <a:xfrm>
            <a:off x="2832376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grpSp>
        <p:nvGrpSpPr>
          <p:cNvPr id="2093" name="Group 2092">
            <a:extLst>
              <a:ext uri="{FF2B5EF4-FFF2-40B4-BE49-F238E27FC236}">
                <a16:creationId xmlns:a16="http://schemas.microsoft.com/office/drawing/2014/main" id="{86FBF178-2889-6E37-6D34-3D392F3050C4}"/>
              </a:ext>
            </a:extLst>
          </p:cNvPr>
          <p:cNvGrpSpPr/>
          <p:nvPr/>
        </p:nvGrpSpPr>
        <p:grpSpPr>
          <a:xfrm>
            <a:off x="9730062" y="4428575"/>
            <a:ext cx="1362970" cy="1029351"/>
            <a:chOff x="9730062" y="4428575"/>
            <a:chExt cx="1362970" cy="1029351"/>
          </a:xfrm>
        </p:grpSpPr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4DAF0FFF-BF33-13FF-8B01-72E6E93C6976}"/>
                </a:ext>
              </a:extLst>
            </p:cNvPr>
            <p:cNvGrpSpPr/>
            <p:nvPr/>
          </p:nvGrpSpPr>
          <p:grpSpPr>
            <a:xfrm>
              <a:off x="10448178" y="4763288"/>
              <a:ext cx="644854" cy="694638"/>
              <a:chOff x="5541012" y="-898706"/>
              <a:chExt cx="628782" cy="677325"/>
            </a:xfrm>
          </p:grpSpPr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9CD9FD29-0BE3-B30D-2171-634F25AA2E44}"/>
                  </a:ext>
                </a:extLst>
              </p:cNvPr>
              <p:cNvSpPr/>
              <p:nvPr/>
            </p:nvSpPr>
            <p:spPr>
              <a:xfrm>
                <a:off x="5541012" y="-898706"/>
                <a:ext cx="628782" cy="677325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0828A343-DE21-52A4-0894-DFDA6E31EBAD}"/>
                  </a:ext>
                </a:extLst>
              </p:cNvPr>
              <p:cNvGrpSpPr/>
              <p:nvPr/>
            </p:nvGrpSpPr>
            <p:grpSpPr>
              <a:xfrm>
                <a:off x="5691372" y="-845988"/>
                <a:ext cx="328062" cy="396417"/>
                <a:chOff x="5683802" y="-841875"/>
                <a:chExt cx="328062" cy="396417"/>
              </a:xfrm>
            </p:grpSpPr>
            <p:grpSp>
              <p:nvGrpSpPr>
                <p:cNvPr id="482" name="Group 481">
                  <a:extLst>
                    <a:ext uri="{FF2B5EF4-FFF2-40B4-BE49-F238E27FC236}">
                      <a16:creationId xmlns:a16="http://schemas.microsoft.com/office/drawing/2014/main" id="{00CE5CFF-4B71-12BB-F928-36263260479A}"/>
                    </a:ext>
                  </a:extLst>
                </p:cNvPr>
                <p:cNvGrpSpPr/>
                <p:nvPr/>
              </p:nvGrpSpPr>
              <p:grpSpPr>
                <a:xfrm>
                  <a:off x="5683802" y="-841875"/>
                  <a:ext cx="328062" cy="350976"/>
                  <a:chOff x="6345662" y="62441"/>
                  <a:chExt cx="345244" cy="369359"/>
                </a:xfrm>
              </p:grpSpPr>
              <p:sp>
                <p:nvSpPr>
                  <p:cNvPr id="485" name="Freeform: Shape 484">
                    <a:extLst>
                      <a:ext uri="{FF2B5EF4-FFF2-40B4-BE49-F238E27FC236}">
                        <a16:creationId xmlns:a16="http://schemas.microsoft.com/office/drawing/2014/main" id="{F1C9ED87-7DA5-2F1A-F85D-14574BAF4B34}"/>
                      </a:ext>
                    </a:extLst>
                  </p:cNvPr>
                  <p:cNvSpPr/>
                  <p:nvPr/>
                </p:nvSpPr>
                <p:spPr>
                  <a:xfrm flipH="1">
                    <a:off x="6345662" y="62441"/>
                    <a:ext cx="345244" cy="369359"/>
                  </a:xfrm>
                  <a:custGeom>
                    <a:avLst/>
                    <a:gdLst>
                      <a:gd name="connsiteX0" fmla="*/ 298435 w 345244"/>
                      <a:gd name="connsiteY0" fmla="*/ 0 h 369359"/>
                      <a:gd name="connsiteX1" fmla="*/ 46809 w 345244"/>
                      <a:gd name="connsiteY1" fmla="*/ 0 h 369359"/>
                      <a:gd name="connsiteX2" fmla="*/ 0 w 345244"/>
                      <a:gd name="connsiteY2" fmla="*/ 46809 h 369359"/>
                      <a:gd name="connsiteX3" fmla="*/ 0 w 345244"/>
                      <a:gd name="connsiteY3" fmla="*/ 263779 h 369359"/>
                      <a:gd name="connsiteX4" fmla="*/ 46809 w 345244"/>
                      <a:gd name="connsiteY4" fmla="*/ 310588 h 369359"/>
                      <a:gd name="connsiteX5" fmla="*/ 78959 w 345244"/>
                      <a:gd name="connsiteY5" fmla="*/ 310588 h 369359"/>
                      <a:gd name="connsiteX6" fmla="*/ 78959 w 345244"/>
                      <a:gd name="connsiteY6" fmla="*/ 349251 h 369359"/>
                      <a:gd name="connsiteX7" fmla="*/ 99067 w 345244"/>
                      <a:gd name="connsiteY7" fmla="*/ 369359 h 369359"/>
                      <a:gd name="connsiteX8" fmla="*/ 246177 w 345244"/>
                      <a:gd name="connsiteY8" fmla="*/ 369359 h 369359"/>
                      <a:gd name="connsiteX9" fmla="*/ 266285 w 345244"/>
                      <a:gd name="connsiteY9" fmla="*/ 349251 h 369359"/>
                      <a:gd name="connsiteX10" fmla="*/ 266285 w 345244"/>
                      <a:gd name="connsiteY10" fmla="*/ 310588 h 369359"/>
                      <a:gd name="connsiteX11" fmla="*/ 298435 w 345244"/>
                      <a:gd name="connsiteY11" fmla="*/ 310588 h 369359"/>
                      <a:gd name="connsiteX12" fmla="*/ 345244 w 345244"/>
                      <a:gd name="connsiteY12" fmla="*/ 263779 h 369359"/>
                      <a:gd name="connsiteX13" fmla="*/ 345244 w 345244"/>
                      <a:gd name="connsiteY13" fmla="*/ 46809 h 369359"/>
                      <a:gd name="connsiteX14" fmla="*/ 298435 w 345244"/>
                      <a:gd name="connsiteY14" fmla="*/ 0 h 369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45244" h="369359">
                        <a:moveTo>
                          <a:pt x="298435" y="0"/>
                        </a:moveTo>
                        <a:lnTo>
                          <a:pt x="46809" y="0"/>
                        </a:lnTo>
                        <a:cubicBezTo>
                          <a:pt x="20957" y="0"/>
                          <a:pt x="0" y="20957"/>
                          <a:pt x="0" y="46809"/>
                        </a:cubicBezTo>
                        <a:lnTo>
                          <a:pt x="0" y="263779"/>
                        </a:lnTo>
                        <a:cubicBezTo>
                          <a:pt x="0" y="289631"/>
                          <a:pt x="20957" y="310588"/>
                          <a:pt x="46809" y="310588"/>
                        </a:cubicBezTo>
                        <a:lnTo>
                          <a:pt x="78959" y="310588"/>
                        </a:lnTo>
                        <a:lnTo>
                          <a:pt x="78959" y="349251"/>
                        </a:lnTo>
                        <a:cubicBezTo>
                          <a:pt x="78959" y="360356"/>
                          <a:pt x="87962" y="369359"/>
                          <a:pt x="99067" y="369359"/>
                        </a:cubicBezTo>
                        <a:lnTo>
                          <a:pt x="246177" y="369359"/>
                        </a:lnTo>
                        <a:cubicBezTo>
                          <a:pt x="257282" y="369359"/>
                          <a:pt x="266285" y="360356"/>
                          <a:pt x="266285" y="349251"/>
                        </a:cubicBezTo>
                        <a:lnTo>
                          <a:pt x="266285" y="310588"/>
                        </a:lnTo>
                        <a:lnTo>
                          <a:pt x="298435" y="310588"/>
                        </a:lnTo>
                        <a:cubicBezTo>
                          <a:pt x="324287" y="310588"/>
                          <a:pt x="345244" y="289631"/>
                          <a:pt x="345244" y="263779"/>
                        </a:cubicBezTo>
                        <a:lnTo>
                          <a:pt x="345244" y="46809"/>
                        </a:lnTo>
                        <a:cubicBezTo>
                          <a:pt x="345244" y="20957"/>
                          <a:pt x="324287" y="0"/>
                          <a:pt x="298435" y="0"/>
                        </a:cubicBez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6" name="Rectangle: Rounded Corners 156">
                    <a:extLst>
                      <a:ext uri="{FF2B5EF4-FFF2-40B4-BE49-F238E27FC236}">
                        <a16:creationId xmlns:a16="http://schemas.microsoft.com/office/drawing/2014/main" id="{0ED0C61F-2BEF-84C7-207E-E63807310EF7}"/>
                      </a:ext>
                    </a:extLst>
                  </p:cNvPr>
                  <p:cNvSpPr/>
                  <p:nvPr/>
                </p:nvSpPr>
                <p:spPr>
                  <a:xfrm flipH="1">
                    <a:off x="6388539" y="105949"/>
                    <a:ext cx="259491" cy="223574"/>
                  </a:xfrm>
                  <a:prstGeom prst="roundRect">
                    <a:avLst>
                      <a:gd name="adj" fmla="val 9220"/>
                    </a:avLst>
                  </a:prstGeom>
                  <a:solidFill>
                    <a:schemeClr val="bg1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7" name="Oval 486">
                    <a:extLst>
                      <a:ext uri="{FF2B5EF4-FFF2-40B4-BE49-F238E27FC236}">
                        <a16:creationId xmlns:a16="http://schemas.microsoft.com/office/drawing/2014/main" id="{8420CA07-EDCE-7650-F82C-6F99AC9B2F6C}"/>
                      </a:ext>
                    </a:extLst>
                  </p:cNvPr>
                  <p:cNvSpPr/>
                  <p:nvPr/>
                </p:nvSpPr>
                <p:spPr>
                  <a:xfrm>
                    <a:off x="6495425" y="356705"/>
                    <a:ext cx="45719" cy="45719"/>
                  </a:xfrm>
                  <a:prstGeom prst="ellipse">
                    <a:avLst/>
                  </a:prstGeom>
                  <a:solidFill>
                    <a:srgbClr val="595959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CA" sz="6000"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490" name="Group 489">
                    <a:extLst>
                      <a:ext uri="{FF2B5EF4-FFF2-40B4-BE49-F238E27FC236}">
                        <a16:creationId xmlns:a16="http://schemas.microsoft.com/office/drawing/2014/main" id="{F7BDA529-A615-04DA-09CA-12AA93468182}"/>
                      </a:ext>
                    </a:extLst>
                  </p:cNvPr>
                  <p:cNvGrpSpPr/>
                  <p:nvPr/>
                </p:nvGrpSpPr>
                <p:grpSpPr>
                  <a:xfrm>
                    <a:off x="6442618" y="172752"/>
                    <a:ext cx="151332" cy="61384"/>
                    <a:chOff x="6439968" y="169334"/>
                    <a:chExt cx="156633" cy="59267"/>
                  </a:xfrm>
                </p:grpSpPr>
                <p:cxnSp>
                  <p:nvCxnSpPr>
                    <p:cNvPr id="491" name="Straight Connector 490">
                      <a:extLst>
                        <a:ext uri="{FF2B5EF4-FFF2-40B4-BE49-F238E27FC236}">
                          <a16:creationId xmlns:a16="http://schemas.microsoft.com/office/drawing/2014/main" id="{B9696242-C602-C417-5AD3-F5ADC4EDC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169334"/>
                      <a:ext cx="156633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2" name="Straight Connector 491">
                      <a:extLst>
                        <a:ext uri="{FF2B5EF4-FFF2-40B4-BE49-F238E27FC236}">
                          <a16:creationId xmlns:a16="http://schemas.microsoft.com/office/drawing/2014/main" id="{171A46D0-D456-532E-98A1-6E5B99E1D3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228601"/>
                      <a:ext cx="107581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483" name="Straight Connector 482">
                  <a:extLst>
                    <a:ext uri="{FF2B5EF4-FFF2-40B4-BE49-F238E27FC236}">
                      <a16:creationId xmlns:a16="http://schemas.microsoft.com/office/drawing/2014/main" id="{6C559320-3D31-6A9A-BA19-5DB3174389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83802" y="-445458"/>
                  <a:ext cx="15699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98EE8DA4-2FB7-151F-B72F-5D82432C1FBC}"/>
                  </a:ext>
                </a:extLst>
              </p:cNvPr>
              <p:cNvSpPr/>
              <p:nvPr/>
            </p:nvSpPr>
            <p:spPr>
              <a:xfrm>
                <a:off x="5745072" y="-372599"/>
                <a:ext cx="220663" cy="151218"/>
              </a:xfrm>
              <a:custGeom>
                <a:avLst/>
                <a:gdLst>
                  <a:gd name="connsiteX0" fmla="*/ 36778 w 220663"/>
                  <a:gd name="connsiteY0" fmla="*/ 0 h 151218"/>
                  <a:gd name="connsiteX1" fmla="*/ 183885 w 220663"/>
                  <a:gd name="connsiteY1" fmla="*/ 0 h 151218"/>
                  <a:gd name="connsiteX2" fmla="*/ 220663 w 220663"/>
                  <a:gd name="connsiteY2" fmla="*/ 36778 h 151218"/>
                  <a:gd name="connsiteX3" fmla="*/ 220663 w 220663"/>
                  <a:gd name="connsiteY3" fmla="*/ 151218 h 151218"/>
                  <a:gd name="connsiteX4" fmla="*/ 0 w 220663"/>
                  <a:gd name="connsiteY4" fmla="*/ 151218 h 151218"/>
                  <a:gd name="connsiteX5" fmla="*/ 0 w 220663"/>
                  <a:gd name="connsiteY5" fmla="*/ 36778 h 151218"/>
                  <a:gd name="connsiteX6" fmla="*/ 36778 w 220663"/>
                  <a:gd name="connsiteY6" fmla="*/ 0 h 151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0663" h="151218">
                    <a:moveTo>
                      <a:pt x="36778" y="0"/>
                    </a:moveTo>
                    <a:lnTo>
                      <a:pt x="183885" y="0"/>
                    </a:lnTo>
                    <a:cubicBezTo>
                      <a:pt x="204197" y="0"/>
                      <a:pt x="220663" y="16466"/>
                      <a:pt x="220663" y="36778"/>
                    </a:cubicBezTo>
                    <a:lnTo>
                      <a:pt x="220663" y="151218"/>
                    </a:lnTo>
                    <a:lnTo>
                      <a:pt x="0" y="151218"/>
                    </a:lnTo>
                    <a:lnTo>
                      <a:pt x="0" y="36778"/>
                    </a:lnTo>
                    <a:cubicBezTo>
                      <a:pt x="0" y="16466"/>
                      <a:pt x="16466" y="0"/>
                      <a:pt x="36778" y="0"/>
                    </a:cubicBezTo>
                    <a:close/>
                  </a:path>
                </a:pathLst>
              </a:custGeom>
              <a:solidFill>
                <a:srgbClr val="E4E4E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sp>
            <p:nvSpPr>
              <p:cNvPr id="475" name="Oval 474">
                <a:extLst>
                  <a:ext uri="{FF2B5EF4-FFF2-40B4-BE49-F238E27FC236}">
                    <a16:creationId xmlns:a16="http://schemas.microsoft.com/office/drawing/2014/main" id="{9FB3C785-6A47-E00A-8282-BA61C7F5ADB9}"/>
                  </a:ext>
                </a:extLst>
              </p:cNvPr>
              <p:cNvSpPr/>
              <p:nvPr/>
            </p:nvSpPr>
            <p:spPr>
              <a:xfrm>
                <a:off x="5833322" y="-317912"/>
                <a:ext cx="44163" cy="44163"/>
              </a:xfrm>
              <a:prstGeom prst="ellipse">
                <a:avLst/>
              </a:prstGeom>
              <a:solidFill>
                <a:srgbClr val="BFBFB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073" name="Group 2072">
              <a:extLst>
                <a:ext uri="{FF2B5EF4-FFF2-40B4-BE49-F238E27FC236}">
                  <a16:creationId xmlns:a16="http://schemas.microsoft.com/office/drawing/2014/main" id="{069C4434-E3BE-19F8-049C-178E750EBBB5}"/>
                </a:ext>
              </a:extLst>
            </p:cNvPr>
            <p:cNvGrpSpPr/>
            <p:nvPr/>
          </p:nvGrpSpPr>
          <p:grpSpPr>
            <a:xfrm>
              <a:off x="9730062" y="4428575"/>
              <a:ext cx="642220" cy="1029351"/>
              <a:chOff x="2832376" y="4428575"/>
              <a:chExt cx="642220" cy="1029351"/>
            </a:xfrm>
          </p:grpSpPr>
          <p:grpSp>
            <p:nvGrpSpPr>
              <p:cNvPr id="2074" name="Group 2073">
                <a:extLst>
                  <a:ext uri="{FF2B5EF4-FFF2-40B4-BE49-F238E27FC236}">
                    <a16:creationId xmlns:a16="http://schemas.microsoft.com/office/drawing/2014/main" id="{F08EC854-3F7D-1729-DB54-B05DA6836A9D}"/>
                  </a:ext>
                </a:extLst>
              </p:cNvPr>
              <p:cNvGrpSpPr/>
              <p:nvPr/>
            </p:nvGrpSpPr>
            <p:grpSpPr>
              <a:xfrm>
                <a:off x="3335178" y="4428575"/>
                <a:ext cx="139418" cy="986048"/>
                <a:chOff x="3682999" y="-759257"/>
                <a:chExt cx="133963" cy="947469"/>
              </a:xfrm>
            </p:grpSpPr>
            <p:sp>
              <p:nvSpPr>
                <p:cNvPr id="2089" name="Freeform: Shape 2088">
                  <a:extLst>
                    <a:ext uri="{FF2B5EF4-FFF2-40B4-BE49-F238E27FC236}">
                      <a16:creationId xmlns:a16="http://schemas.microsoft.com/office/drawing/2014/main" id="{0282CCD4-DDC2-0350-FA07-5924A9154C8C}"/>
                    </a:ext>
                  </a:extLst>
                </p:cNvPr>
                <p:cNvSpPr/>
                <p:nvPr/>
              </p:nvSpPr>
              <p:spPr>
                <a:xfrm>
                  <a:off x="3710623" y="-704905"/>
                  <a:ext cx="65215" cy="831573"/>
                </a:xfrm>
                <a:custGeom>
                  <a:avLst/>
                  <a:gdLst>
                    <a:gd name="connsiteX0" fmla="*/ 0 w 65215"/>
                    <a:gd name="connsiteY0" fmla="*/ 0 h 831573"/>
                    <a:gd name="connsiteX1" fmla="*/ 65215 w 65215"/>
                    <a:gd name="connsiteY1" fmla="*/ 0 h 831573"/>
                    <a:gd name="connsiteX2" fmla="*/ 65215 w 65215"/>
                    <a:gd name="connsiteY2" fmla="*/ 831574 h 831573"/>
                    <a:gd name="connsiteX3" fmla="*/ 0 w 65215"/>
                    <a:gd name="connsiteY3" fmla="*/ 831574 h 8315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215" h="831573">
                      <a:moveTo>
                        <a:pt x="0" y="0"/>
                      </a:moveTo>
                      <a:lnTo>
                        <a:pt x="65215" y="0"/>
                      </a:lnTo>
                      <a:lnTo>
                        <a:pt x="65215" y="831574"/>
                      </a:lnTo>
                      <a:lnTo>
                        <a:pt x="0" y="831574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2090" name="Rectangle: Top Corners Rounded 2089">
                  <a:extLst>
                    <a:ext uri="{FF2B5EF4-FFF2-40B4-BE49-F238E27FC236}">
                      <a16:creationId xmlns:a16="http://schemas.microsoft.com/office/drawing/2014/main" id="{AF2FC8C5-A748-DC0F-128A-1F725FA81C83}"/>
                    </a:ext>
                  </a:extLst>
                </p:cNvPr>
                <p:cNvSpPr/>
                <p:nvPr/>
              </p:nvSpPr>
              <p:spPr>
                <a:xfrm>
                  <a:off x="3689565" y="125610"/>
                  <a:ext cx="107330" cy="62602"/>
                </a:xfrm>
                <a:prstGeom prst="round2Same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en-CA" sz="900"/>
                </a:p>
              </p:txBody>
            </p:sp>
            <p:sp>
              <p:nvSpPr>
                <p:cNvPr id="2091" name="Freeform: Shape 2090">
                  <a:extLst>
                    <a:ext uri="{FF2B5EF4-FFF2-40B4-BE49-F238E27FC236}">
                      <a16:creationId xmlns:a16="http://schemas.microsoft.com/office/drawing/2014/main" id="{680CA7F2-0F06-1243-0BF7-96F6346A229A}"/>
                    </a:ext>
                  </a:extLst>
                </p:cNvPr>
                <p:cNvSpPr/>
                <p:nvPr/>
              </p:nvSpPr>
              <p:spPr>
                <a:xfrm>
                  <a:off x="3682999" y="-714573"/>
                  <a:ext cx="133963" cy="833636"/>
                </a:xfrm>
                <a:custGeom>
                  <a:avLst/>
                  <a:gdLst>
                    <a:gd name="connsiteX0" fmla="*/ 47638 w 279676"/>
                    <a:gd name="connsiteY0" fmla="*/ 661459 h 661459"/>
                    <a:gd name="connsiteX1" fmla="*/ 15888 w 279676"/>
                    <a:gd name="connsiteY1" fmla="*/ 444500 h 661459"/>
                    <a:gd name="connsiteX2" fmla="*/ 268830 w 279676"/>
                    <a:gd name="connsiteY2" fmla="*/ 182034 h 661459"/>
                    <a:gd name="connsiteX3" fmla="*/ 232846 w 279676"/>
                    <a:gd name="connsiteY3" fmla="*/ 65617 h 661459"/>
                    <a:gd name="connsiteX4" fmla="*/ 227555 w 279676"/>
                    <a:gd name="connsiteY4" fmla="*/ 0 h 661459"/>
                    <a:gd name="connsiteX0" fmla="*/ 46470 w 264894"/>
                    <a:gd name="connsiteY0" fmla="*/ 661459 h 661459"/>
                    <a:gd name="connsiteX1" fmla="*/ 14720 w 264894"/>
                    <a:gd name="connsiteY1" fmla="*/ 444500 h 661459"/>
                    <a:gd name="connsiteX2" fmla="*/ 251787 w 264894"/>
                    <a:gd name="connsiteY2" fmla="*/ 258234 h 661459"/>
                    <a:gd name="connsiteX3" fmla="*/ 231678 w 264894"/>
                    <a:gd name="connsiteY3" fmla="*/ 65617 h 661459"/>
                    <a:gd name="connsiteX4" fmla="*/ 226387 w 264894"/>
                    <a:gd name="connsiteY4" fmla="*/ 0 h 66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894" h="661459">
                      <a:moveTo>
                        <a:pt x="46470" y="661459"/>
                      </a:moveTo>
                      <a:cubicBezTo>
                        <a:pt x="12162" y="592931"/>
                        <a:pt x="-19500" y="511704"/>
                        <a:pt x="14720" y="444500"/>
                      </a:cubicBezTo>
                      <a:cubicBezTo>
                        <a:pt x="48940" y="377296"/>
                        <a:pt x="215627" y="321381"/>
                        <a:pt x="251787" y="258234"/>
                      </a:cubicBezTo>
                      <a:cubicBezTo>
                        <a:pt x="287947" y="195087"/>
                        <a:pt x="238557" y="95956"/>
                        <a:pt x="231678" y="65617"/>
                      </a:cubicBezTo>
                      <a:cubicBezTo>
                        <a:pt x="224799" y="35278"/>
                        <a:pt x="225593" y="17639"/>
                        <a:pt x="226387" y="0"/>
                      </a:cubicBezTo>
                    </a:path>
                  </a:pathLst>
                </a:cu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100"/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F54794AF-B456-1356-CBE6-686407413FEF}"/>
                    </a:ext>
                  </a:extLst>
                </p:cNvPr>
                <p:cNvSpPr/>
                <p:nvPr/>
              </p:nvSpPr>
              <p:spPr>
                <a:xfrm>
                  <a:off x="3684801" y="-759257"/>
                  <a:ext cx="123977" cy="62602"/>
                </a:xfrm>
                <a:prstGeom prst="round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2075" name="Rectangle: Rounded Corners 2074">
                <a:extLst>
                  <a:ext uri="{FF2B5EF4-FFF2-40B4-BE49-F238E27FC236}">
                    <a16:creationId xmlns:a16="http://schemas.microsoft.com/office/drawing/2014/main" id="{B98117DF-D4CF-88B7-0C57-F69F1EB12306}"/>
                  </a:ext>
                </a:extLst>
              </p:cNvPr>
              <p:cNvSpPr/>
              <p:nvPr/>
            </p:nvSpPr>
            <p:spPr>
              <a:xfrm>
                <a:off x="2917221" y="5410344"/>
                <a:ext cx="553816" cy="47581"/>
              </a:xfrm>
              <a:prstGeom prst="roundRect">
                <a:avLst>
                  <a:gd name="adj" fmla="val 6063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sp>
            <p:nvSpPr>
              <p:cNvPr id="2076" name="Rectangle: Rounded Corners 2075">
                <a:extLst>
                  <a:ext uri="{FF2B5EF4-FFF2-40B4-BE49-F238E27FC236}">
                    <a16:creationId xmlns:a16="http://schemas.microsoft.com/office/drawing/2014/main" id="{C06E0836-865D-F2AB-B056-B0795465D36F}"/>
                  </a:ext>
                </a:extLst>
              </p:cNvPr>
              <p:cNvSpPr/>
              <p:nvPr/>
            </p:nvSpPr>
            <p:spPr>
              <a:xfrm>
                <a:off x="2834578" y="4683284"/>
                <a:ext cx="477299" cy="774642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grpSp>
            <p:nvGrpSpPr>
              <p:cNvPr id="2077" name="Group 2076">
                <a:extLst>
                  <a:ext uri="{FF2B5EF4-FFF2-40B4-BE49-F238E27FC236}">
                    <a16:creationId xmlns:a16="http://schemas.microsoft.com/office/drawing/2014/main" id="{79D6C077-3BF3-32B2-4760-3C3270D37F40}"/>
                  </a:ext>
                </a:extLst>
              </p:cNvPr>
              <p:cNvGrpSpPr/>
              <p:nvPr/>
            </p:nvGrpSpPr>
            <p:grpSpPr>
              <a:xfrm>
                <a:off x="2914466" y="4739599"/>
                <a:ext cx="309396" cy="331007"/>
                <a:chOff x="6345662" y="62441"/>
                <a:chExt cx="345244" cy="369359"/>
              </a:xfrm>
            </p:grpSpPr>
            <p:sp>
              <p:nvSpPr>
                <p:cNvPr id="2083" name="Freeform: Shape 2082">
                  <a:extLst>
                    <a:ext uri="{FF2B5EF4-FFF2-40B4-BE49-F238E27FC236}">
                      <a16:creationId xmlns:a16="http://schemas.microsoft.com/office/drawing/2014/main" id="{BF4532EC-86E3-F716-A7FA-E8A6CF9C10B5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4" name="Rectangle: Rounded Corners 156">
                  <a:extLst>
                    <a:ext uri="{FF2B5EF4-FFF2-40B4-BE49-F238E27FC236}">
                      <a16:creationId xmlns:a16="http://schemas.microsoft.com/office/drawing/2014/main" id="{691D7D6E-B0B4-1AE8-A563-1DAE04340807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5" name="Oval 2084">
                  <a:extLst>
                    <a:ext uri="{FF2B5EF4-FFF2-40B4-BE49-F238E27FC236}">
                      <a16:creationId xmlns:a16="http://schemas.microsoft.com/office/drawing/2014/main" id="{6EF6619E-676F-7635-D051-28593CD5AA09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086" name="Group 2085">
                  <a:extLst>
                    <a:ext uri="{FF2B5EF4-FFF2-40B4-BE49-F238E27FC236}">
                      <a16:creationId xmlns:a16="http://schemas.microsoft.com/office/drawing/2014/main" id="{7E35193C-E8AF-D0F6-BCAF-86CFDA44BA01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2087" name="Straight Connector 2086">
                    <a:extLst>
                      <a:ext uri="{FF2B5EF4-FFF2-40B4-BE49-F238E27FC236}">
                        <a16:creationId xmlns:a16="http://schemas.microsoft.com/office/drawing/2014/main" id="{B2DF40EA-00DE-B6CC-B77F-4BE9128E83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88" name="Straight Connector 2087">
                    <a:extLst>
                      <a:ext uri="{FF2B5EF4-FFF2-40B4-BE49-F238E27FC236}">
                        <a16:creationId xmlns:a16="http://schemas.microsoft.com/office/drawing/2014/main" id="{00066FB9-A3D8-6AAF-C654-F53CE14BAF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2078" name="Straight Connector 2077">
                <a:extLst>
                  <a:ext uri="{FF2B5EF4-FFF2-40B4-BE49-F238E27FC236}">
                    <a16:creationId xmlns:a16="http://schemas.microsoft.com/office/drawing/2014/main" id="{3811B66E-4A85-A97E-82CC-6755221684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32376" y="5113010"/>
                <a:ext cx="48022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79" name="Group 2078">
                <a:extLst>
                  <a:ext uri="{FF2B5EF4-FFF2-40B4-BE49-F238E27FC236}">
                    <a16:creationId xmlns:a16="http://schemas.microsoft.com/office/drawing/2014/main" id="{5FB873AC-8058-470C-17CC-D58AD0A0A085}"/>
                  </a:ext>
                </a:extLst>
              </p:cNvPr>
              <p:cNvGrpSpPr/>
              <p:nvPr/>
            </p:nvGrpSpPr>
            <p:grpSpPr>
              <a:xfrm>
                <a:off x="3151807" y="5148263"/>
                <a:ext cx="119246" cy="119242"/>
                <a:chOff x="4865521" y="4613776"/>
                <a:chExt cx="3647812" cy="3647746"/>
              </a:xfrm>
            </p:grpSpPr>
            <p:sp>
              <p:nvSpPr>
                <p:cNvPr id="2080" name="Oval 2079">
                  <a:extLst>
                    <a:ext uri="{FF2B5EF4-FFF2-40B4-BE49-F238E27FC236}">
                      <a16:creationId xmlns:a16="http://schemas.microsoft.com/office/drawing/2014/main" id="{429CCB76-1800-73B4-F332-5F9EF6A6FDC6}"/>
                    </a:ext>
                  </a:extLst>
                </p:cNvPr>
                <p:cNvSpPr/>
                <p:nvPr/>
              </p:nvSpPr>
              <p:spPr>
                <a:xfrm>
                  <a:off x="4865521" y="4613776"/>
                  <a:ext cx="3647812" cy="3647746"/>
                </a:xfrm>
                <a:prstGeom prst="ellipse">
                  <a:avLst/>
                </a:prstGeom>
                <a:solidFill>
                  <a:srgbClr val="F6B80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81" name="Freeform: Shape 2080">
                  <a:extLst>
                    <a:ext uri="{FF2B5EF4-FFF2-40B4-BE49-F238E27FC236}">
                      <a16:creationId xmlns:a16="http://schemas.microsoft.com/office/drawing/2014/main" id="{F9DDC85F-C2B5-CF37-3592-1ADF54075D4B}"/>
                    </a:ext>
                  </a:extLst>
                </p:cNvPr>
                <p:cNvSpPr/>
                <p:nvPr/>
              </p:nvSpPr>
              <p:spPr>
                <a:xfrm>
                  <a:off x="5519380" y="5527056"/>
                  <a:ext cx="2339787" cy="2094129"/>
                </a:xfrm>
                <a:custGeom>
                  <a:avLst/>
                  <a:gdLst>
                    <a:gd name="csX0" fmla="*/ 903189 w 2339787"/>
                    <a:gd name="csY0" fmla="*/ 1608789 h 2094129"/>
                    <a:gd name="csX1" fmla="*/ 1019020 w 2339787"/>
                    <a:gd name="csY1" fmla="*/ 1644744 h 2094129"/>
                    <a:gd name="csX2" fmla="*/ 1170048 w 2339787"/>
                    <a:gd name="csY2" fmla="*/ 1659969 h 2094129"/>
                    <a:gd name="csX3" fmla="*/ 1321076 w 2339787"/>
                    <a:gd name="csY3" fmla="*/ 1644745 h 2094129"/>
                    <a:gd name="csX4" fmla="*/ 1425386 w 2339787"/>
                    <a:gd name="csY4" fmla="*/ 1612366 h 2094129"/>
                    <a:gd name="csX5" fmla="*/ 1580475 w 2339787"/>
                    <a:gd name="csY5" fmla="*/ 2019519 h 2094129"/>
                    <a:gd name="csX6" fmla="*/ 1522001 w 2339787"/>
                    <a:gd name="csY6" fmla="*/ 2040920 h 2094129"/>
                    <a:gd name="csX7" fmla="*/ 1170048 w 2339787"/>
                    <a:gd name="csY7" fmla="*/ 2094129 h 2094129"/>
                    <a:gd name="csX8" fmla="*/ 818095 w 2339787"/>
                    <a:gd name="csY8" fmla="*/ 2040920 h 2094129"/>
                    <a:gd name="csX9" fmla="*/ 748314 w 2339787"/>
                    <a:gd name="csY9" fmla="*/ 2015380 h 2094129"/>
                    <a:gd name="csX10" fmla="*/ 1930220 w 2339787"/>
                    <a:gd name="csY10" fmla="*/ 3974 h 2094129"/>
                    <a:gd name="csX11" fmla="*/ 2006949 w 2339787"/>
                    <a:gd name="csY11" fmla="*/ 73709 h 2094129"/>
                    <a:gd name="csX12" fmla="*/ 2329559 w 2339787"/>
                    <a:gd name="csY12" fmla="*/ 672071 h 2094129"/>
                    <a:gd name="csX13" fmla="*/ 2339787 w 2339787"/>
                    <a:gd name="csY13" fmla="*/ 739083 h 2094129"/>
                    <a:gd name="csX14" fmla="*/ 1909138 w 2339787"/>
                    <a:gd name="csY14" fmla="*/ 808429 h 2094129"/>
                    <a:gd name="csX15" fmla="*/ 1904212 w 2339787"/>
                    <a:gd name="csY15" fmla="*/ 759569 h 2094129"/>
                    <a:gd name="csX16" fmla="*/ 1699946 w 2339787"/>
                    <a:gd name="csY16" fmla="*/ 380706 h 2094129"/>
                    <a:gd name="csX17" fmla="*/ 1654238 w 2339787"/>
                    <a:gd name="csY17" fmla="*/ 342994 h 2094129"/>
                    <a:gd name="csX18" fmla="*/ 414249 w 2339787"/>
                    <a:gd name="csY18" fmla="*/ 0 h 2094129"/>
                    <a:gd name="csX19" fmla="*/ 690409 w 2339787"/>
                    <a:gd name="csY19" fmla="*/ 339239 h 2094129"/>
                    <a:gd name="csX20" fmla="*/ 640150 w 2339787"/>
                    <a:gd name="csY20" fmla="*/ 380706 h 2094129"/>
                    <a:gd name="csX21" fmla="*/ 435884 w 2339787"/>
                    <a:gd name="csY21" fmla="*/ 759569 h 2094129"/>
                    <a:gd name="csX22" fmla="*/ 430753 w 2339787"/>
                    <a:gd name="csY22" fmla="*/ 810470 h 2094129"/>
                    <a:gd name="csX23" fmla="*/ 0 w 2339787"/>
                    <a:gd name="csY23" fmla="*/ 741108 h 2094129"/>
                    <a:gd name="csX24" fmla="*/ 10537 w 2339787"/>
                    <a:gd name="csY24" fmla="*/ 672071 h 2094129"/>
                    <a:gd name="csX25" fmla="*/ 333147 w 2339787"/>
                    <a:gd name="csY25" fmla="*/ 73709 h 2094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</a:cxnLst>
                  <a:rect l="l" t="t" r="r" b="b"/>
                  <a:pathLst>
                    <a:path w="2339787" h="2094129">
                      <a:moveTo>
                        <a:pt x="903189" y="1608789"/>
                      </a:moveTo>
                      <a:lnTo>
                        <a:pt x="1019020" y="1644744"/>
                      </a:lnTo>
                      <a:cubicBezTo>
                        <a:pt x="1067803" y="1654727"/>
                        <a:pt x="1118314" y="1659969"/>
                        <a:pt x="1170048" y="1659969"/>
                      </a:cubicBezTo>
                      <a:cubicBezTo>
                        <a:pt x="1221783" y="1659969"/>
                        <a:pt x="1272293" y="1654727"/>
                        <a:pt x="1321076" y="1644745"/>
                      </a:cubicBezTo>
                      <a:lnTo>
                        <a:pt x="1425386" y="1612366"/>
                      </a:lnTo>
                      <a:lnTo>
                        <a:pt x="1580475" y="2019519"/>
                      </a:lnTo>
                      <a:lnTo>
                        <a:pt x="1522001" y="2040920"/>
                      </a:lnTo>
                      <a:cubicBezTo>
                        <a:pt x="1410819" y="2075500"/>
                        <a:pt x="1292609" y="2094129"/>
                        <a:pt x="1170048" y="2094129"/>
                      </a:cubicBezTo>
                      <a:cubicBezTo>
                        <a:pt x="1047487" y="2094129"/>
                        <a:pt x="929277" y="2075500"/>
                        <a:pt x="818095" y="2040920"/>
                      </a:cubicBezTo>
                      <a:lnTo>
                        <a:pt x="748314" y="2015380"/>
                      </a:lnTo>
                      <a:close/>
                      <a:moveTo>
                        <a:pt x="1930220" y="3974"/>
                      </a:moveTo>
                      <a:lnTo>
                        <a:pt x="2006949" y="73709"/>
                      </a:lnTo>
                      <a:cubicBezTo>
                        <a:pt x="2167585" y="234342"/>
                        <a:pt x="2282261" y="440935"/>
                        <a:pt x="2329559" y="672071"/>
                      </a:cubicBezTo>
                      <a:lnTo>
                        <a:pt x="2339787" y="739083"/>
                      </a:lnTo>
                      <a:lnTo>
                        <a:pt x="1909138" y="808429"/>
                      </a:lnTo>
                      <a:lnTo>
                        <a:pt x="1904212" y="759569"/>
                      </a:lnTo>
                      <a:cubicBezTo>
                        <a:pt x="1874265" y="613222"/>
                        <a:pt x="1801656" y="482414"/>
                        <a:pt x="1699946" y="380706"/>
                      </a:cubicBezTo>
                      <a:lnTo>
                        <a:pt x="1654238" y="342994"/>
                      </a:lnTo>
                      <a:close/>
                      <a:moveTo>
                        <a:pt x="414249" y="0"/>
                      </a:moveTo>
                      <a:lnTo>
                        <a:pt x="690409" y="339239"/>
                      </a:lnTo>
                      <a:lnTo>
                        <a:pt x="640150" y="380706"/>
                      </a:lnTo>
                      <a:cubicBezTo>
                        <a:pt x="538440" y="482414"/>
                        <a:pt x="465832" y="613222"/>
                        <a:pt x="435884" y="759569"/>
                      </a:cubicBezTo>
                      <a:lnTo>
                        <a:pt x="430753" y="810470"/>
                      </a:lnTo>
                      <a:lnTo>
                        <a:pt x="0" y="741108"/>
                      </a:lnTo>
                      <a:lnTo>
                        <a:pt x="10537" y="672071"/>
                      </a:lnTo>
                      <a:cubicBezTo>
                        <a:pt x="57835" y="440935"/>
                        <a:pt x="172511" y="234342"/>
                        <a:pt x="333147" y="7370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82" name="Oval 2081">
                  <a:extLst>
                    <a:ext uri="{FF2B5EF4-FFF2-40B4-BE49-F238E27FC236}">
                      <a16:creationId xmlns:a16="http://schemas.microsoft.com/office/drawing/2014/main" id="{A83362C8-A2FA-1386-7F5D-AAEB10197068}"/>
                    </a:ext>
                  </a:extLst>
                </p:cNvPr>
                <p:cNvSpPr/>
                <p:nvPr/>
              </p:nvSpPr>
              <p:spPr>
                <a:xfrm>
                  <a:off x="6587460" y="6335684"/>
                  <a:ext cx="203934" cy="203930"/>
                </a:xfrm>
                <a:prstGeom prst="ellipse">
                  <a:avLst/>
                </a:prstGeom>
                <a:solidFill>
                  <a:schemeClr val="tx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</p:grpSp>
        </p:grp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959018D7-F4F4-6830-104E-DCBE8C94EE59}"/>
              </a:ext>
            </a:extLst>
          </p:cNvPr>
          <p:cNvGrpSpPr/>
          <p:nvPr/>
        </p:nvGrpSpPr>
        <p:grpSpPr>
          <a:xfrm>
            <a:off x="4230252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4040264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276" name="Picture 2" descr="Differential Mobility Analyzer 3085">
            <a:extLst>
              <a:ext uri="{FF2B5EF4-FFF2-40B4-BE49-F238E27FC236}">
                <a16:creationId xmlns:a16="http://schemas.microsoft.com/office/drawing/2014/main" id="{EF4CBF06-44D1-7AEA-0733-B6E42667F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9252" y="-4650221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90150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5914578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4420262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46950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59900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91303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77154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758038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108292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106360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3052231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3066577" y="1014413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308" name="Group 2307">
            <a:extLst>
              <a:ext uri="{FF2B5EF4-FFF2-40B4-BE49-F238E27FC236}">
                <a16:creationId xmlns:a16="http://schemas.microsoft.com/office/drawing/2014/main" id="{B9405BA5-B583-AF99-5F51-0D335DBACC6D}"/>
              </a:ext>
            </a:extLst>
          </p:cNvPr>
          <p:cNvGrpSpPr/>
          <p:nvPr/>
        </p:nvGrpSpPr>
        <p:grpSpPr>
          <a:xfrm>
            <a:off x="2189422" y="4725969"/>
            <a:ext cx="1115419" cy="567257"/>
            <a:chOff x="2576321" y="5576604"/>
            <a:chExt cx="1115419" cy="567257"/>
          </a:xfrm>
        </p:grpSpPr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0E604BAC-6BA6-3F8C-8887-E58B20CB9802}"/>
                </a:ext>
              </a:extLst>
            </p:cNvPr>
            <p:cNvSpPr/>
            <p:nvPr/>
          </p:nvSpPr>
          <p:spPr>
            <a:xfrm>
              <a:off x="2576321" y="5576604"/>
              <a:ext cx="1115419" cy="567257"/>
            </a:xfrm>
            <a:prstGeom prst="roundRect">
              <a:avLst>
                <a:gd name="adj" fmla="val 3608"/>
              </a:avLst>
            </a:prstGeom>
            <a:solidFill>
              <a:srgbClr val="B3896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65C15413-E1ED-FAD8-7BE1-49F14C0FD68F}"/>
                </a:ext>
              </a:extLst>
            </p:cNvPr>
            <p:cNvSpPr/>
            <p:nvPr/>
          </p:nvSpPr>
          <p:spPr>
            <a:xfrm>
              <a:off x="2621965" y="5614987"/>
              <a:ext cx="1024130" cy="49049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21809A6-46F9-2E82-8D68-761509764223}"/>
                </a:ext>
              </a:extLst>
            </p:cNvPr>
            <p:cNvGrpSpPr/>
            <p:nvPr/>
          </p:nvGrpSpPr>
          <p:grpSpPr>
            <a:xfrm>
              <a:off x="2975677" y="5803082"/>
              <a:ext cx="316707" cy="71438"/>
              <a:chOff x="2955131" y="5815012"/>
              <a:chExt cx="316707" cy="71438"/>
            </a:xfrm>
            <a:solidFill>
              <a:srgbClr val="404040"/>
            </a:solidFill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AE49CCCF-74A8-BEC5-6163-1439EDBF4577}"/>
                  </a:ext>
                </a:extLst>
              </p:cNvPr>
              <p:cNvSpPr/>
              <p:nvPr/>
            </p:nvSpPr>
            <p:spPr>
              <a:xfrm>
                <a:off x="2955131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D16A22E-A754-64A4-D8A6-3DAEAFE33305}"/>
                  </a:ext>
                </a:extLst>
              </p:cNvPr>
              <p:cNvSpPr/>
              <p:nvPr/>
            </p:nvSpPr>
            <p:spPr>
              <a:xfrm>
                <a:off x="3200400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051622F9-5F64-BFF4-C2F6-33402BCDDE33}"/>
                </a:ext>
              </a:extLst>
            </p:cNvPr>
            <p:cNvGrpSpPr/>
            <p:nvPr/>
          </p:nvGrpSpPr>
          <p:grpSpPr>
            <a:xfrm>
              <a:off x="2698551" y="5680549"/>
              <a:ext cx="870958" cy="59535"/>
              <a:chOff x="2691394" y="5680549"/>
              <a:chExt cx="870958" cy="59535"/>
            </a:xfrm>
          </p:grpSpPr>
          <p:sp>
            <p:nvSpPr>
              <p:cNvPr id="74" name="Rectangle: Rounded Corners 73">
                <a:extLst>
                  <a:ext uri="{FF2B5EF4-FFF2-40B4-BE49-F238E27FC236}">
                    <a16:creationId xmlns:a16="http://schemas.microsoft.com/office/drawing/2014/main" id="{D091FB4D-5FBA-BBB2-A48C-90FED38CD1F5}"/>
                  </a:ext>
                </a:extLst>
              </p:cNvPr>
              <p:cNvSpPr/>
              <p:nvPr/>
            </p:nvSpPr>
            <p:spPr>
              <a:xfrm rot="205352">
                <a:off x="2691394" y="5680549"/>
                <a:ext cx="36000" cy="59535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86E6587D-B0D1-10EE-A80B-ADE9F13E09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47964" y="5724525"/>
                <a:ext cx="6429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6219E68A-C356-8520-FA69-45B58B0D1D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4719" y="5707856"/>
                <a:ext cx="97633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01" name="Group 300">
              <a:extLst>
                <a:ext uri="{FF2B5EF4-FFF2-40B4-BE49-F238E27FC236}">
                  <a16:creationId xmlns:a16="http://schemas.microsoft.com/office/drawing/2014/main" id="{317167E8-BCF6-5656-F7C1-C7112E3EFAB9}"/>
                </a:ext>
              </a:extLst>
            </p:cNvPr>
            <p:cNvGrpSpPr/>
            <p:nvPr/>
          </p:nvGrpSpPr>
          <p:grpSpPr>
            <a:xfrm>
              <a:off x="2723905" y="5965357"/>
              <a:ext cx="820250" cy="98518"/>
              <a:chOff x="946638" y="5859782"/>
              <a:chExt cx="1409520" cy="169294"/>
            </a:xfrm>
          </p:grpSpPr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A1F17D08-40F9-BA1C-6800-4BEA07337C6A}"/>
                  </a:ext>
                </a:extLst>
              </p:cNvPr>
              <p:cNvSpPr/>
              <p:nvPr/>
            </p:nvSpPr>
            <p:spPr>
              <a:xfrm>
                <a:off x="94663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D7D0EE6A-15DE-152E-464B-E69DE29F4D24}"/>
                  </a:ext>
                </a:extLst>
              </p:cNvPr>
              <p:cNvSpPr/>
              <p:nvPr/>
            </p:nvSpPr>
            <p:spPr>
              <a:xfrm>
                <a:off x="105068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4BF320D0-933C-301A-0870-A0DEC1188683}"/>
                  </a:ext>
                </a:extLst>
              </p:cNvPr>
              <p:cNvSpPr/>
              <p:nvPr/>
            </p:nvSpPr>
            <p:spPr>
              <a:xfrm>
                <a:off x="115472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102F4820-B3F9-A965-32E0-B23765062223}"/>
                  </a:ext>
                </a:extLst>
              </p:cNvPr>
              <p:cNvSpPr/>
              <p:nvPr/>
            </p:nvSpPr>
            <p:spPr>
              <a:xfrm>
                <a:off x="125876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A737A19F-5DE8-A82E-F317-02D454377F72}"/>
                  </a:ext>
                </a:extLst>
              </p:cNvPr>
              <p:cNvSpPr/>
              <p:nvPr/>
            </p:nvSpPr>
            <p:spPr>
              <a:xfrm>
                <a:off x="100428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1ACD6634-4834-F659-6707-F250052A66F7}"/>
                  </a:ext>
                </a:extLst>
              </p:cNvPr>
              <p:cNvSpPr/>
              <p:nvPr/>
            </p:nvSpPr>
            <p:spPr>
              <a:xfrm>
                <a:off x="110832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AD4022CF-F78C-38EC-D8C0-DD821A2EB845}"/>
                  </a:ext>
                </a:extLst>
              </p:cNvPr>
              <p:cNvSpPr/>
              <p:nvPr/>
            </p:nvSpPr>
            <p:spPr>
              <a:xfrm>
                <a:off x="121236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9619BFAC-1E6D-A261-B41F-67891B115901}"/>
                  </a:ext>
                </a:extLst>
              </p:cNvPr>
              <p:cNvSpPr/>
              <p:nvPr/>
            </p:nvSpPr>
            <p:spPr>
              <a:xfrm>
                <a:off x="136280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6" name="Oval 255">
                <a:extLst>
                  <a:ext uri="{FF2B5EF4-FFF2-40B4-BE49-F238E27FC236}">
                    <a16:creationId xmlns:a16="http://schemas.microsoft.com/office/drawing/2014/main" id="{34A09D01-D1BB-409D-6D87-FB48D34508CC}"/>
                  </a:ext>
                </a:extLst>
              </p:cNvPr>
              <p:cNvSpPr/>
              <p:nvPr/>
            </p:nvSpPr>
            <p:spPr>
              <a:xfrm>
                <a:off x="146684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7" name="Oval 256">
                <a:extLst>
                  <a:ext uri="{FF2B5EF4-FFF2-40B4-BE49-F238E27FC236}">
                    <a16:creationId xmlns:a16="http://schemas.microsoft.com/office/drawing/2014/main" id="{98798B0F-701C-54AA-DE79-7F011A5194F8}"/>
                  </a:ext>
                </a:extLst>
              </p:cNvPr>
              <p:cNvSpPr/>
              <p:nvPr/>
            </p:nvSpPr>
            <p:spPr>
              <a:xfrm>
                <a:off x="131641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8" name="Oval 257">
                <a:extLst>
                  <a:ext uri="{FF2B5EF4-FFF2-40B4-BE49-F238E27FC236}">
                    <a16:creationId xmlns:a16="http://schemas.microsoft.com/office/drawing/2014/main" id="{952D4865-71E8-1C73-69BE-0EB1C1BBD5C4}"/>
                  </a:ext>
                </a:extLst>
              </p:cNvPr>
              <p:cNvSpPr/>
              <p:nvPr/>
            </p:nvSpPr>
            <p:spPr>
              <a:xfrm>
                <a:off x="142045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52B8245F-32B9-53DF-E680-EFA070C3C716}"/>
                  </a:ext>
                </a:extLst>
              </p:cNvPr>
              <p:cNvSpPr/>
              <p:nvPr/>
            </p:nvSpPr>
            <p:spPr>
              <a:xfrm>
                <a:off x="157089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17C68209-CE9C-B563-7296-7BDCDECBB3E5}"/>
                  </a:ext>
                </a:extLst>
              </p:cNvPr>
              <p:cNvSpPr/>
              <p:nvPr/>
            </p:nvSpPr>
            <p:spPr>
              <a:xfrm>
                <a:off x="167493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D8C223A0-F4BA-6C53-C7C0-7CDB8AC8BC6F}"/>
                  </a:ext>
                </a:extLst>
              </p:cNvPr>
              <p:cNvSpPr/>
              <p:nvPr/>
            </p:nvSpPr>
            <p:spPr>
              <a:xfrm>
                <a:off x="152449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18ABE80B-61E2-E7EB-DD01-BA05F78E11FE}"/>
                  </a:ext>
                </a:extLst>
              </p:cNvPr>
              <p:cNvSpPr/>
              <p:nvPr/>
            </p:nvSpPr>
            <p:spPr>
              <a:xfrm>
                <a:off x="162853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6" name="Oval 275">
                <a:extLst>
                  <a:ext uri="{FF2B5EF4-FFF2-40B4-BE49-F238E27FC236}">
                    <a16:creationId xmlns:a16="http://schemas.microsoft.com/office/drawing/2014/main" id="{EAB70DCF-62F8-97F1-511C-255981ABA7AE}"/>
                  </a:ext>
                </a:extLst>
              </p:cNvPr>
              <p:cNvSpPr/>
              <p:nvPr/>
            </p:nvSpPr>
            <p:spPr>
              <a:xfrm>
                <a:off x="177897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7" name="Oval 276">
                <a:extLst>
                  <a:ext uri="{FF2B5EF4-FFF2-40B4-BE49-F238E27FC236}">
                    <a16:creationId xmlns:a16="http://schemas.microsoft.com/office/drawing/2014/main" id="{54E33310-0AC2-EC38-C7CB-CFE0FFD360CF}"/>
                  </a:ext>
                </a:extLst>
              </p:cNvPr>
              <p:cNvSpPr/>
              <p:nvPr/>
            </p:nvSpPr>
            <p:spPr>
              <a:xfrm>
                <a:off x="188301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8" name="Oval 277">
                <a:extLst>
                  <a:ext uri="{FF2B5EF4-FFF2-40B4-BE49-F238E27FC236}">
                    <a16:creationId xmlns:a16="http://schemas.microsoft.com/office/drawing/2014/main" id="{6378F3BD-6A7E-3B2E-E474-30D029FDB8DC}"/>
                  </a:ext>
                </a:extLst>
              </p:cNvPr>
              <p:cNvSpPr/>
              <p:nvPr/>
            </p:nvSpPr>
            <p:spPr>
              <a:xfrm>
                <a:off x="173257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9" name="Oval 278">
                <a:extLst>
                  <a:ext uri="{FF2B5EF4-FFF2-40B4-BE49-F238E27FC236}">
                    <a16:creationId xmlns:a16="http://schemas.microsoft.com/office/drawing/2014/main" id="{AA91C82E-59A0-44C7-849D-B3175307DB19}"/>
                  </a:ext>
                </a:extLst>
              </p:cNvPr>
              <p:cNvSpPr/>
              <p:nvPr/>
            </p:nvSpPr>
            <p:spPr>
              <a:xfrm>
                <a:off x="183662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0" name="Oval 279">
                <a:extLst>
                  <a:ext uri="{FF2B5EF4-FFF2-40B4-BE49-F238E27FC236}">
                    <a16:creationId xmlns:a16="http://schemas.microsoft.com/office/drawing/2014/main" id="{F0E27D4C-54EF-4E07-6AAE-E1DE621F7059}"/>
                  </a:ext>
                </a:extLst>
              </p:cNvPr>
              <p:cNvSpPr/>
              <p:nvPr/>
            </p:nvSpPr>
            <p:spPr>
              <a:xfrm>
                <a:off x="198705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1" name="Oval 280">
                <a:extLst>
                  <a:ext uri="{FF2B5EF4-FFF2-40B4-BE49-F238E27FC236}">
                    <a16:creationId xmlns:a16="http://schemas.microsoft.com/office/drawing/2014/main" id="{0C188A69-80D6-0BFE-760D-7C390ED7BB0C}"/>
                  </a:ext>
                </a:extLst>
              </p:cNvPr>
              <p:cNvSpPr/>
              <p:nvPr/>
            </p:nvSpPr>
            <p:spPr>
              <a:xfrm>
                <a:off x="209110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" name="Oval 281">
                <a:extLst>
                  <a:ext uri="{FF2B5EF4-FFF2-40B4-BE49-F238E27FC236}">
                    <a16:creationId xmlns:a16="http://schemas.microsoft.com/office/drawing/2014/main" id="{141CEFD0-5D09-FADE-8AC9-F656D86E1C07}"/>
                  </a:ext>
                </a:extLst>
              </p:cNvPr>
              <p:cNvSpPr/>
              <p:nvPr/>
            </p:nvSpPr>
            <p:spPr>
              <a:xfrm>
                <a:off x="194066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3" name="Oval 282">
                <a:extLst>
                  <a:ext uri="{FF2B5EF4-FFF2-40B4-BE49-F238E27FC236}">
                    <a16:creationId xmlns:a16="http://schemas.microsoft.com/office/drawing/2014/main" id="{879C13EC-0A18-AAF6-5E51-EB0DDCBAE881}"/>
                  </a:ext>
                </a:extLst>
              </p:cNvPr>
              <p:cNvSpPr/>
              <p:nvPr/>
            </p:nvSpPr>
            <p:spPr>
              <a:xfrm>
                <a:off x="204470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4" name="Oval 283">
                <a:extLst>
                  <a:ext uri="{FF2B5EF4-FFF2-40B4-BE49-F238E27FC236}">
                    <a16:creationId xmlns:a16="http://schemas.microsoft.com/office/drawing/2014/main" id="{A08F4955-409D-FE2B-EBEF-0E66B1BE2397}"/>
                  </a:ext>
                </a:extLst>
              </p:cNvPr>
              <p:cNvSpPr/>
              <p:nvPr/>
            </p:nvSpPr>
            <p:spPr>
              <a:xfrm>
                <a:off x="219514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5" name="Oval 284">
                <a:extLst>
                  <a:ext uri="{FF2B5EF4-FFF2-40B4-BE49-F238E27FC236}">
                    <a16:creationId xmlns:a16="http://schemas.microsoft.com/office/drawing/2014/main" id="{93A4D9C5-750B-A13D-DEA7-3D9637B6AC95}"/>
                  </a:ext>
                </a:extLst>
              </p:cNvPr>
              <p:cNvSpPr/>
              <p:nvPr/>
            </p:nvSpPr>
            <p:spPr>
              <a:xfrm>
                <a:off x="229918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6" name="Oval 285">
                <a:extLst>
                  <a:ext uri="{FF2B5EF4-FFF2-40B4-BE49-F238E27FC236}">
                    <a16:creationId xmlns:a16="http://schemas.microsoft.com/office/drawing/2014/main" id="{C19D3175-4551-17E7-859D-715762138FD3}"/>
                  </a:ext>
                </a:extLst>
              </p:cNvPr>
              <p:cNvSpPr/>
              <p:nvPr/>
            </p:nvSpPr>
            <p:spPr>
              <a:xfrm>
                <a:off x="214874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7" name="Oval 286">
                <a:extLst>
                  <a:ext uri="{FF2B5EF4-FFF2-40B4-BE49-F238E27FC236}">
                    <a16:creationId xmlns:a16="http://schemas.microsoft.com/office/drawing/2014/main" id="{86679BB0-A6E8-A9D5-18EA-35E64A1BEEF5}"/>
                  </a:ext>
                </a:extLst>
              </p:cNvPr>
              <p:cNvSpPr/>
              <p:nvPr/>
            </p:nvSpPr>
            <p:spPr>
              <a:xfrm>
                <a:off x="225278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8" name="Oval 287">
                <a:extLst>
                  <a:ext uri="{FF2B5EF4-FFF2-40B4-BE49-F238E27FC236}">
                    <a16:creationId xmlns:a16="http://schemas.microsoft.com/office/drawing/2014/main" id="{DFDFDE70-977E-C868-0AD2-AFB0B409D8F4}"/>
                  </a:ext>
                </a:extLst>
              </p:cNvPr>
              <p:cNvSpPr/>
              <p:nvPr/>
            </p:nvSpPr>
            <p:spPr>
              <a:xfrm>
                <a:off x="101380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9" name="Oval 288">
                <a:extLst>
                  <a:ext uri="{FF2B5EF4-FFF2-40B4-BE49-F238E27FC236}">
                    <a16:creationId xmlns:a16="http://schemas.microsoft.com/office/drawing/2014/main" id="{DBC6481F-0172-04BF-F5AD-1DA4A2E7215C}"/>
                  </a:ext>
                </a:extLst>
              </p:cNvPr>
              <p:cNvSpPr/>
              <p:nvPr/>
            </p:nvSpPr>
            <p:spPr>
              <a:xfrm>
                <a:off x="111785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0" name="Oval 289">
                <a:extLst>
                  <a:ext uri="{FF2B5EF4-FFF2-40B4-BE49-F238E27FC236}">
                    <a16:creationId xmlns:a16="http://schemas.microsoft.com/office/drawing/2014/main" id="{02393751-221C-390A-A297-6300820381D7}"/>
                  </a:ext>
                </a:extLst>
              </p:cNvPr>
              <p:cNvSpPr/>
              <p:nvPr/>
            </p:nvSpPr>
            <p:spPr>
              <a:xfrm>
                <a:off x="122189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1" name="Oval 290">
                <a:extLst>
                  <a:ext uri="{FF2B5EF4-FFF2-40B4-BE49-F238E27FC236}">
                    <a16:creationId xmlns:a16="http://schemas.microsoft.com/office/drawing/2014/main" id="{70DC3839-77F3-4B35-6717-533D531234D9}"/>
                  </a:ext>
                </a:extLst>
              </p:cNvPr>
              <p:cNvSpPr/>
              <p:nvPr/>
            </p:nvSpPr>
            <p:spPr>
              <a:xfrm>
                <a:off x="132593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2" name="Oval 291">
                <a:extLst>
                  <a:ext uri="{FF2B5EF4-FFF2-40B4-BE49-F238E27FC236}">
                    <a16:creationId xmlns:a16="http://schemas.microsoft.com/office/drawing/2014/main" id="{264A7E12-8FB3-1496-B6C5-344DB903628B}"/>
                  </a:ext>
                </a:extLst>
              </p:cNvPr>
              <p:cNvSpPr/>
              <p:nvPr/>
            </p:nvSpPr>
            <p:spPr>
              <a:xfrm>
                <a:off x="142997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3" name="Oval 292">
                <a:extLst>
                  <a:ext uri="{FF2B5EF4-FFF2-40B4-BE49-F238E27FC236}">
                    <a16:creationId xmlns:a16="http://schemas.microsoft.com/office/drawing/2014/main" id="{ED4D122F-B7CD-4B79-3ADB-9798967F215B}"/>
                  </a:ext>
                </a:extLst>
              </p:cNvPr>
              <p:cNvSpPr/>
              <p:nvPr/>
            </p:nvSpPr>
            <p:spPr>
              <a:xfrm>
                <a:off x="153401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4" name="Oval 293">
                <a:extLst>
                  <a:ext uri="{FF2B5EF4-FFF2-40B4-BE49-F238E27FC236}">
                    <a16:creationId xmlns:a16="http://schemas.microsoft.com/office/drawing/2014/main" id="{229F51A4-7CF1-F160-449E-676D9B58C091}"/>
                  </a:ext>
                </a:extLst>
              </p:cNvPr>
              <p:cNvSpPr/>
              <p:nvPr/>
            </p:nvSpPr>
            <p:spPr>
              <a:xfrm>
                <a:off x="163806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5" name="Oval 294">
                <a:extLst>
                  <a:ext uri="{FF2B5EF4-FFF2-40B4-BE49-F238E27FC236}">
                    <a16:creationId xmlns:a16="http://schemas.microsoft.com/office/drawing/2014/main" id="{3B70259C-6966-5CCB-60C2-10E2AF1BE746}"/>
                  </a:ext>
                </a:extLst>
              </p:cNvPr>
              <p:cNvSpPr/>
              <p:nvPr/>
            </p:nvSpPr>
            <p:spPr>
              <a:xfrm>
                <a:off x="174210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6" name="Oval 295">
                <a:extLst>
                  <a:ext uri="{FF2B5EF4-FFF2-40B4-BE49-F238E27FC236}">
                    <a16:creationId xmlns:a16="http://schemas.microsoft.com/office/drawing/2014/main" id="{AAB25154-7FE2-F523-7041-6F946E0A3345}"/>
                  </a:ext>
                </a:extLst>
              </p:cNvPr>
              <p:cNvSpPr/>
              <p:nvPr/>
            </p:nvSpPr>
            <p:spPr>
              <a:xfrm>
                <a:off x="184614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7" name="Oval 296">
                <a:extLst>
                  <a:ext uri="{FF2B5EF4-FFF2-40B4-BE49-F238E27FC236}">
                    <a16:creationId xmlns:a16="http://schemas.microsoft.com/office/drawing/2014/main" id="{886277AD-C354-6012-4EE3-6ECE256CE6F8}"/>
                  </a:ext>
                </a:extLst>
              </p:cNvPr>
              <p:cNvSpPr/>
              <p:nvPr/>
            </p:nvSpPr>
            <p:spPr>
              <a:xfrm>
                <a:off x="195018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8" name="Oval 297">
                <a:extLst>
                  <a:ext uri="{FF2B5EF4-FFF2-40B4-BE49-F238E27FC236}">
                    <a16:creationId xmlns:a16="http://schemas.microsoft.com/office/drawing/2014/main" id="{E4446896-588E-52F0-16DF-01D84FB488DA}"/>
                  </a:ext>
                </a:extLst>
              </p:cNvPr>
              <p:cNvSpPr/>
              <p:nvPr/>
            </p:nvSpPr>
            <p:spPr>
              <a:xfrm>
                <a:off x="205422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9" name="Oval 298">
                <a:extLst>
                  <a:ext uri="{FF2B5EF4-FFF2-40B4-BE49-F238E27FC236}">
                    <a16:creationId xmlns:a16="http://schemas.microsoft.com/office/drawing/2014/main" id="{1EC73851-D38D-8002-F4FA-A178691C4AD7}"/>
                  </a:ext>
                </a:extLst>
              </p:cNvPr>
              <p:cNvSpPr/>
              <p:nvPr/>
            </p:nvSpPr>
            <p:spPr>
              <a:xfrm>
                <a:off x="215827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0" name="Oval 299">
                <a:extLst>
                  <a:ext uri="{FF2B5EF4-FFF2-40B4-BE49-F238E27FC236}">
                    <a16:creationId xmlns:a16="http://schemas.microsoft.com/office/drawing/2014/main" id="{5965C30F-A75E-E819-45F7-A3461E539EA5}"/>
                  </a:ext>
                </a:extLst>
              </p:cNvPr>
              <p:cNvSpPr/>
              <p:nvPr/>
            </p:nvSpPr>
            <p:spPr>
              <a:xfrm>
                <a:off x="226231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2307" name="Group 2306">
              <a:extLst>
                <a:ext uri="{FF2B5EF4-FFF2-40B4-BE49-F238E27FC236}">
                  <a16:creationId xmlns:a16="http://schemas.microsoft.com/office/drawing/2014/main" id="{5EFD1D65-6270-5823-EC87-4F04F139408D}"/>
                </a:ext>
              </a:extLst>
            </p:cNvPr>
            <p:cNvGrpSpPr/>
            <p:nvPr/>
          </p:nvGrpSpPr>
          <p:grpSpPr>
            <a:xfrm>
              <a:off x="2981637" y="5779294"/>
              <a:ext cx="304787" cy="0"/>
              <a:chOff x="2981243" y="5779294"/>
              <a:chExt cx="304787" cy="0"/>
            </a:xfrm>
          </p:grpSpPr>
          <p:cxnSp>
            <p:nvCxnSpPr>
              <p:cNvPr id="319" name="Straight Connector 318">
                <a:extLst>
                  <a:ext uri="{FF2B5EF4-FFF2-40B4-BE49-F238E27FC236}">
                    <a16:creationId xmlns:a16="http://schemas.microsoft.com/office/drawing/2014/main" id="{0C3F53BC-6AB7-AEB8-A54A-630D940E24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6511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06" name="Straight Connector 2305">
                <a:extLst>
                  <a:ext uri="{FF2B5EF4-FFF2-40B4-BE49-F238E27FC236}">
                    <a16:creationId xmlns:a16="http://schemas.microsoft.com/office/drawing/2014/main" id="{6632B969-5AAA-B0F4-C4A5-A7A23803D4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1243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737472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1285590" y="439421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130484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131760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1217329" y="3764720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F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887830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4879248" y="441520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4823964" y="3471453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8026595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758502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7881417" y="322334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887512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4572311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4582308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37613</TotalTime>
  <Words>97</Words>
  <Application>Microsoft Office PowerPoint</Application>
  <PresentationFormat>Widescreen</PresentationFormat>
  <Paragraphs>58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216</cp:revision>
  <dcterms:created xsi:type="dcterms:W3CDTF">2024-05-29T20:58:41Z</dcterms:created>
  <dcterms:modified xsi:type="dcterms:W3CDTF">2026-05-05T16:00:41Z</dcterms:modified>
</cp:coreProperties>
</file>